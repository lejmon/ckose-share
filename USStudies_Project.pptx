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10_ACE12E02.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14_BE736A1A.xml" ContentType="application/vnd.ms-powerpoint.comments+xml"/>
  <Override PartName="/ppt/notesSlides/notesSlide18.xml" ContentType="application/vnd.openxmlformats-officedocument.presentationml.notesSlide+xml"/>
  <Override PartName="/ppt/comments/modernComment_115_74A84C5F.xml" ContentType="application/vnd.ms-powerpoint.comment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omments/modernComment_118_7BA1F10C.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A7D031C-856D-4C42-B922-58F867482790}">
          <p14:sldIdLst>
            <p14:sldId id="256"/>
            <p14:sldId id="257"/>
            <p14:sldId id="258"/>
            <p14:sldId id="259"/>
          </p14:sldIdLst>
        </p14:section>
        <p14:section name="Weather" id="{98099878-55CA-DB41-AC15-57F71371A8FE}">
          <p14:sldIdLst>
            <p14:sldId id="260"/>
            <p14:sldId id="261"/>
            <p14:sldId id="262"/>
            <p14:sldId id="263"/>
            <p14:sldId id="264"/>
          </p14:sldIdLst>
        </p14:section>
        <p14:section name="Tribes" id="{64791F76-252E-1F49-899C-9AF3A2BE4E05}">
          <p14:sldIdLst>
            <p14:sldId id="265"/>
            <p14:sldId id="266"/>
            <p14:sldId id="267"/>
            <p14:sldId id="268"/>
            <p14:sldId id="269"/>
            <p14:sldId id="270"/>
            <p14:sldId id="271"/>
            <p14:sldId id="272"/>
          </p14:sldIdLst>
        </p14:section>
        <p14:section name="Default section (continuation)" id="{4942FE85-654B-7B4F-9C98-E6B64574AEAE}">
          <p14:sldIdLst>
            <p14:sldId id="273"/>
            <p14:sldId id="274"/>
            <p14:sldId id="275"/>
            <p14:sldId id="276"/>
            <p14:sldId id="277"/>
            <p14:sldId id="278"/>
          </p14:sldIdLst>
        </p14:section>
        <p14:section name="Laws" id="{E633777F-1548-F541-B873-893DCAB6D196}">
          <p14:sldIdLst>
            <p14:sldId id="279"/>
            <p14:sldId id="280"/>
          </p14:sldIdLst>
        </p14:section>
        <p14:section name="Ending" id="{E8CC3410-F3A1-904B-B159-BFB9517F69B2}">
          <p14:sldIdLst>
            <p14:sldId id="28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1611565-2AC3-FB6A-7E55-7D004F4BF62D}" name="Daniel Jasso" initials="DJ" userId="S::djasso1@stu.k12.wv.us::4b27fd39-7f71-4788-b72d-5a56991eb833"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162"/>
    <p:restoredTop sz="81163"/>
  </p:normalViewPr>
  <p:slideViewPr>
    <p:cSldViewPr snapToGrid="0">
      <p:cViewPr>
        <p:scale>
          <a:sx n="82" d="100"/>
          <a:sy n="82" d="100"/>
        </p:scale>
        <p:origin x="1032"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omments/modernComment_110_ACE12E02.xml><?xml version="1.0" encoding="utf-8"?>
<p188:cmLst xmlns:a="http://schemas.openxmlformats.org/drawingml/2006/main" xmlns:r="http://schemas.openxmlformats.org/officeDocument/2006/relationships" xmlns:p188="http://schemas.microsoft.com/office/powerpoint/2018/8/main">
  <p188:cm id="{3D0C7149-4D0C-6542-8471-6A429711AEF7}" authorId="{81611565-2AC3-FB6A-7E55-7D004F4BF62D}" created="2026-09-08T23:47:25.740">
    <pc:sldMkLst xmlns:pc="http://schemas.microsoft.com/office/powerpoint/2013/main/command">
      <pc:docMk/>
      <pc:sldMk cId="2900438530" sldId="272"/>
    </pc:sldMkLst>
    <p188:txBody>
      <a:bodyPr/>
      <a:lstStyle/>
      <a:p>
        <a:r>
          <a:rPr lang="en-US"/>
          <a:t>Note for us. We may do this in a way like we want to hire them. With something along the lines "If you are one of them or want to just join our mission don't forget to send postal bird our way." or something like that. Cuz if i understood correctly we need to make our classmates belive that they want to join our colony. And baased on that we will be better in leader board or smth like that. Idk thats how i just understood Freeman</a:t>
        </a:r>
      </a:p>
    </p188:txBody>
  </p188:cm>
</p188:cmLst>
</file>

<file path=ppt/comments/modernComment_114_BE736A1A.xml><?xml version="1.0" encoding="utf-8"?>
<p188:cmLst xmlns:a="http://schemas.openxmlformats.org/drawingml/2006/main" xmlns:r="http://schemas.openxmlformats.org/officeDocument/2006/relationships" xmlns:p188="http://schemas.microsoft.com/office/powerpoint/2018/8/main">
  <p188:cm id="{17A2867B-2414-0C4C-895A-2E96DC10939A}" authorId="{81611565-2AC3-FB6A-7E55-7D004F4BF62D}" created="2026-09-09T00:29:00.870">
    <pc:sldMkLst xmlns:pc="http://schemas.microsoft.com/office/powerpoint/2013/main/command">
      <pc:docMk/>
      <pc:sldMk cId="3195234842" sldId="276"/>
    </pc:sldMkLst>
    <p188:txBody>
      <a:bodyPr/>
      <a:lstStyle/>
      <a:p>
        <a:r>
          <a:rPr lang="en-US"/>
          <a:t>Hello guys. I do not understand how you ment 150/80 so we need to fix this slide together tomorrow.
</a:t>
        </a:r>
      </a:p>
    </p188:txBody>
  </p188:cm>
</p188:cmLst>
</file>

<file path=ppt/comments/modernComment_115_74A84C5F.xml><?xml version="1.0" encoding="utf-8"?>
<p188:cmLst xmlns:a="http://schemas.openxmlformats.org/drawingml/2006/main" xmlns:r="http://schemas.openxmlformats.org/officeDocument/2006/relationships" xmlns:p188="http://schemas.microsoft.com/office/powerpoint/2018/8/main">
  <p188:cm id="{273E0E60-CE99-2841-A9C7-DF6E7CFA6CBA}" authorId="{81611565-2AC3-FB6A-7E55-7D004F4BF62D}" created="2026-09-09T01:00:19.941">
    <pc:sldMkLst xmlns:pc="http://schemas.microsoft.com/office/powerpoint/2013/main/command">
      <pc:docMk/>
      <pc:sldMk cId="1957186655" sldId="277"/>
    </pc:sldMkLst>
    <p188:txBody>
      <a:bodyPr/>
      <a:lstStyle/>
      <a:p>
        <a:r>
          <a:rPr lang="en-US"/>
          <a:t>13th question was partially answeared before i am not repeating the slide cuz it would get more boring i think.</a:t>
        </a:r>
      </a:p>
    </p188:txBody>
  </p188:cm>
</p188:cmLst>
</file>

<file path=ppt/comments/modernComment_118_7BA1F10C.xml><?xml version="1.0" encoding="utf-8"?>
<p188:cmLst xmlns:a="http://schemas.openxmlformats.org/drawingml/2006/main" xmlns:r="http://schemas.openxmlformats.org/officeDocument/2006/relationships" xmlns:p188="http://schemas.microsoft.com/office/powerpoint/2018/8/main">
  <p188:cm id="{45D0BE2F-B395-D444-84BF-43EC4F4F2683}" authorId="{81611565-2AC3-FB6A-7E55-7D004F4BF62D}" created="2026-09-09T01:35:47.966">
    <pc:sldMkLst xmlns:pc="http://schemas.microsoft.com/office/powerpoint/2013/main/command">
      <pc:docMk/>
      <pc:sldMk cId="2074210572" sldId="280"/>
    </pc:sldMkLst>
    <p188:txBody>
      <a:bodyPr/>
      <a:lstStyle/>
      <a:p>
        <a:r>
          <a:rPr lang="en-US"/>
          <a:t>We are missing 3rd law guys.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DC683D-F4A5-9645-980A-0C9FD525F3A7}" type="datetimeFigureOut">
              <a:rPr lang="en-US" smtClean="0"/>
              <a:t>9/8/26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292F99-F32F-EC4B-BEAC-3D3F4D68AA69}" type="slidenum">
              <a:rPr lang="en-US" smtClean="0"/>
              <a:t>‹#›</a:t>
            </a:fld>
            <a:endParaRPr lang="en-US"/>
          </a:p>
        </p:txBody>
      </p:sp>
    </p:spTree>
    <p:extLst>
      <p:ext uri="{BB962C8B-B14F-4D97-AF65-F5344CB8AC3E}">
        <p14:creationId xmlns:p14="http://schemas.microsoft.com/office/powerpoint/2010/main" val="3277399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92F99-F32F-EC4B-BEAC-3D3F4D68AA69}" type="slidenum">
              <a:rPr lang="en-US" smtClean="0"/>
              <a:t>2</a:t>
            </a:fld>
            <a:endParaRPr lang="en-US"/>
          </a:p>
        </p:txBody>
      </p:sp>
    </p:spTree>
    <p:extLst>
      <p:ext uri="{BB962C8B-B14F-4D97-AF65-F5344CB8AC3E}">
        <p14:creationId xmlns:p14="http://schemas.microsoft.com/office/powerpoint/2010/main" val="2830084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Plains</a:t>
            </a:r>
          </a:p>
          <a:p>
            <a:r>
              <a:rPr lang="en-US" dirty="0"/>
              <a:t>Rivers =&gt; Red River, Sabine River</a:t>
            </a:r>
          </a:p>
          <a:p>
            <a:r>
              <a:rPr lang="en-US" dirty="0" err="1"/>
              <a:t>Surounded</a:t>
            </a:r>
            <a:r>
              <a:rPr lang="en-US" dirty="0"/>
              <a:t> by Gulf of Mexico</a:t>
            </a:r>
          </a:p>
          <a:p>
            <a:r>
              <a:rPr lang="en-US" dirty="0"/>
              <a:t>Major water bodies =&gt; lake Pontchartrain</a:t>
            </a:r>
          </a:p>
          <a:p>
            <a:r>
              <a:rPr lang="en-US" dirty="0"/>
              <a:t>Highest point =&gt; Driskill mountain</a:t>
            </a:r>
          </a:p>
        </p:txBody>
      </p:sp>
      <p:sp>
        <p:nvSpPr>
          <p:cNvPr id="4" name="Slide Number Placeholder 3"/>
          <p:cNvSpPr>
            <a:spLocks noGrp="1"/>
          </p:cNvSpPr>
          <p:nvPr>
            <p:ph type="sldNum" sz="quarter" idx="5"/>
          </p:nvPr>
        </p:nvSpPr>
        <p:spPr/>
        <p:txBody>
          <a:bodyPr/>
          <a:lstStyle/>
          <a:p>
            <a:fld id="{5A292F99-F32F-EC4B-BEAC-3D3F4D68AA69}" type="slidenum">
              <a:rPr lang="en-US" smtClean="0"/>
              <a:t>4</a:t>
            </a:fld>
            <a:endParaRPr lang="en-US"/>
          </a:p>
        </p:txBody>
      </p:sp>
    </p:spTree>
    <p:extLst>
      <p:ext uri="{BB962C8B-B14F-4D97-AF65-F5344CB8AC3E}">
        <p14:creationId xmlns:p14="http://schemas.microsoft.com/office/powerpoint/2010/main" val="565662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92F99-F32F-EC4B-BEAC-3D3F4D68AA69}" type="slidenum">
              <a:rPr lang="en-US" smtClean="0"/>
              <a:t>7</a:t>
            </a:fld>
            <a:endParaRPr lang="en-US"/>
          </a:p>
        </p:txBody>
      </p:sp>
    </p:spTree>
    <p:extLst>
      <p:ext uri="{BB962C8B-B14F-4D97-AF65-F5344CB8AC3E}">
        <p14:creationId xmlns:p14="http://schemas.microsoft.com/office/powerpoint/2010/main" val="10012453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40AE8-EFB5-4E82-E15F-178B0DC883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2524A-567C-C7D0-ED7B-133A4D873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A6305-C007-C4F9-8252-EA3C9694F1A0}"/>
              </a:ext>
            </a:extLst>
          </p:cNvPr>
          <p:cNvSpPr>
            <a:spLocks noGrp="1"/>
          </p:cNvSpPr>
          <p:nvPr>
            <p:ph type="body" idx="1"/>
          </p:nvPr>
        </p:nvSpPr>
        <p:spPr/>
        <p:txBody>
          <a:bodyPr/>
          <a:lstStyle/>
          <a:p>
            <a:r>
              <a:rPr lang="en-US" dirty="0"/>
              <a:t>Sunny rainy 50/50</a:t>
            </a:r>
          </a:p>
          <a:p>
            <a:endParaRPr lang="en-US" dirty="0"/>
          </a:p>
          <a:p>
            <a:r>
              <a:rPr lang="en-US" dirty="0"/>
              <a:t>Temps slowly decreasing towards winter from 75 degrees</a:t>
            </a:r>
          </a:p>
        </p:txBody>
      </p:sp>
      <p:sp>
        <p:nvSpPr>
          <p:cNvPr id="4" name="Slide Number Placeholder 3">
            <a:extLst>
              <a:ext uri="{FF2B5EF4-FFF2-40B4-BE49-F238E27FC236}">
                <a16:creationId xmlns:a16="http://schemas.microsoft.com/office/drawing/2014/main" id="{D93CFB37-10AD-7004-EC87-392DCB353DEA}"/>
              </a:ext>
            </a:extLst>
          </p:cNvPr>
          <p:cNvSpPr>
            <a:spLocks noGrp="1"/>
          </p:cNvSpPr>
          <p:nvPr>
            <p:ph type="sldNum" sz="quarter" idx="5"/>
          </p:nvPr>
        </p:nvSpPr>
        <p:spPr/>
        <p:txBody>
          <a:bodyPr/>
          <a:lstStyle/>
          <a:p>
            <a:fld id="{5A292F99-F32F-EC4B-BEAC-3D3F4D68AA69}" type="slidenum">
              <a:rPr lang="en-US" smtClean="0"/>
              <a:t>8</a:t>
            </a:fld>
            <a:endParaRPr lang="en-US"/>
          </a:p>
        </p:txBody>
      </p:sp>
    </p:spTree>
    <p:extLst>
      <p:ext uri="{BB962C8B-B14F-4D97-AF65-F5344CB8AC3E}">
        <p14:creationId xmlns:p14="http://schemas.microsoft.com/office/powerpoint/2010/main" val="4058312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8B789-12A5-5CB0-0408-C25CDAC57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8D0104-5843-37CE-2A74-F3A4397CCB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6D83A1-B8BC-8434-4DEE-4E14474B03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E06184-8869-C494-9D55-C1D6673EA66A}"/>
              </a:ext>
            </a:extLst>
          </p:cNvPr>
          <p:cNvSpPr>
            <a:spLocks noGrp="1"/>
          </p:cNvSpPr>
          <p:nvPr>
            <p:ph type="sldNum" sz="quarter" idx="5"/>
          </p:nvPr>
        </p:nvSpPr>
        <p:spPr/>
        <p:txBody>
          <a:bodyPr/>
          <a:lstStyle/>
          <a:p>
            <a:fld id="{5A292F99-F32F-EC4B-BEAC-3D3F4D68AA69}" type="slidenum">
              <a:rPr lang="en-US" smtClean="0"/>
              <a:t>9</a:t>
            </a:fld>
            <a:endParaRPr lang="en-US"/>
          </a:p>
        </p:txBody>
      </p:sp>
    </p:spTree>
    <p:extLst>
      <p:ext uri="{BB962C8B-B14F-4D97-AF65-F5344CB8AC3E}">
        <p14:creationId xmlns:p14="http://schemas.microsoft.com/office/powerpoint/2010/main" val="578401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292F99-F32F-EC4B-BEAC-3D3F4D68AA69}" type="slidenum">
              <a:rPr lang="en-US" smtClean="0"/>
              <a:t>10</a:t>
            </a:fld>
            <a:endParaRPr lang="en-US"/>
          </a:p>
        </p:txBody>
      </p:sp>
    </p:spTree>
    <p:extLst>
      <p:ext uri="{BB962C8B-B14F-4D97-AF65-F5344CB8AC3E}">
        <p14:creationId xmlns:p14="http://schemas.microsoft.com/office/powerpoint/2010/main" val="30275221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 northwestern Luisiana</a:t>
            </a:r>
          </a:p>
          <a:p>
            <a:r>
              <a:rPr lang="en-US" dirty="0"/>
              <a:t>Are very known for farming, pottery, trade political systems and </a:t>
            </a:r>
            <a:r>
              <a:rPr lang="en-US" b="1" dirty="0"/>
              <a:t>ceremonial systems</a:t>
            </a:r>
          </a:p>
          <a:p>
            <a:r>
              <a:rPr lang="en-US" b="0" dirty="0"/>
              <a:t>They have permanent villages</a:t>
            </a:r>
          </a:p>
          <a:p>
            <a:r>
              <a:rPr lang="en-US" b="0" dirty="0"/>
              <a:t>They grow corn, beans, squash</a:t>
            </a:r>
          </a:p>
          <a:p>
            <a:r>
              <a:rPr lang="en-US" b="0" dirty="0"/>
              <a:t>They are known for hunting, fishing</a:t>
            </a:r>
          </a:p>
          <a:p>
            <a:r>
              <a:rPr lang="en-US" b="0" dirty="0"/>
              <a:t>Also they have extensive </a:t>
            </a:r>
            <a:r>
              <a:rPr lang="en-US" b="1" dirty="0"/>
              <a:t>trade </a:t>
            </a:r>
            <a:r>
              <a:rPr lang="en-US" b="0" dirty="0"/>
              <a:t>with Europe primarily French</a:t>
            </a:r>
            <a:endParaRPr lang="en-US" b="1" dirty="0"/>
          </a:p>
        </p:txBody>
      </p:sp>
      <p:sp>
        <p:nvSpPr>
          <p:cNvPr id="4" name="Slide Number Placeholder 3"/>
          <p:cNvSpPr>
            <a:spLocks noGrp="1"/>
          </p:cNvSpPr>
          <p:nvPr>
            <p:ph type="sldNum" sz="quarter" idx="5"/>
          </p:nvPr>
        </p:nvSpPr>
        <p:spPr/>
        <p:txBody>
          <a:bodyPr/>
          <a:lstStyle/>
          <a:p>
            <a:fld id="{5A292F99-F32F-EC4B-BEAC-3D3F4D68AA69}" type="slidenum">
              <a:rPr lang="en-US" smtClean="0"/>
              <a:t>11</a:t>
            </a:fld>
            <a:endParaRPr lang="en-US"/>
          </a:p>
        </p:txBody>
      </p:sp>
    </p:spTree>
    <p:extLst>
      <p:ext uri="{BB962C8B-B14F-4D97-AF65-F5344CB8AC3E}">
        <p14:creationId xmlns:p14="http://schemas.microsoft.com/office/powerpoint/2010/main" val="169310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A575F-79A7-C458-8BA9-D122F5295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CEF1E-461D-9AC2-E95D-889E05FF29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0F6E60-2D71-E9B3-5E7B-5504A4A757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C39A0C-07F7-9F6F-26B5-ED9B2B655CA9}"/>
              </a:ext>
            </a:extLst>
          </p:cNvPr>
          <p:cNvSpPr>
            <a:spLocks noGrp="1"/>
          </p:cNvSpPr>
          <p:nvPr>
            <p:ph type="sldNum" sz="quarter" idx="5"/>
          </p:nvPr>
        </p:nvSpPr>
        <p:spPr/>
        <p:txBody>
          <a:bodyPr/>
          <a:lstStyle/>
          <a:p>
            <a:fld id="{5A292F99-F32F-EC4B-BEAC-3D3F4D68AA69}" type="slidenum">
              <a:rPr lang="en-US" smtClean="0"/>
              <a:t>12</a:t>
            </a:fld>
            <a:endParaRPr lang="en-US"/>
          </a:p>
        </p:txBody>
      </p:sp>
    </p:spTree>
    <p:extLst>
      <p:ext uri="{BB962C8B-B14F-4D97-AF65-F5344CB8AC3E}">
        <p14:creationId xmlns:p14="http://schemas.microsoft.com/office/powerpoint/2010/main" val="19044012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270FA-3AAC-A4B9-EBFE-3920786BD3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C2779C-D524-E132-6461-6CDBD0CFF3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91DB1B-4866-74D8-40DF-084E34AFD363}"/>
              </a:ext>
            </a:extLst>
          </p:cNvPr>
          <p:cNvSpPr>
            <a:spLocks noGrp="1"/>
          </p:cNvSpPr>
          <p:nvPr>
            <p:ph type="body" idx="1"/>
          </p:nvPr>
        </p:nvSpPr>
        <p:spPr/>
        <p:txBody>
          <a:bodyPr/>
          <a:lstStyle/>
          <a:p>
            <a:r>
              <a:rPr lang="en-US" dirty="0"/>
              <a:t>Live in southern </a:t>
            </a:r>
            <a:r>
              <a:rPr lang="en-US" dirty="0" err="1"/>
              <a:t>luisiana</a:t>
            </a:r>
            <a:endParaRPr lang="en-US" dirty="0"/>
          </a:p>
          <a:p>
            <a:r>
              <a:rPr lang="en-US" dirty="0"/>
              <a:t>Are very important for regional trade.</a:t>
            </a:r>
          </a:p>
          <a:p>
            <a:endParaRPr lang="en-US" dirty="0"/>
          </a:p>
        </p:txBody>
      </p:sp>
      <p:sp>
        <p:nvSpPr>
          <p:cNvPr id="4" name="Slide Number Placeholder 3">
            <a:extLst>
              <a:ext uri="{FF2B5EF4-FFF2-40B4-BE49-F238E27FC236}">
                <a16:creationId xmlns:a16="http://schemas.microsoft.com/office/drawing/2014/main" id="{7CF639ED-700C-1BAD-D048-4A476D18948A}"/>
              </a:ext>
            </a:extLst>
          </p:cNvPr>
          <p:cNvSpPr>
            <a:spLocks noGrp="1"/>
          </p:cNvSpPr>
          <p:nvPr>
            <p:ph type="sldNum" sz="quarter" idx="5"/>
          </p:nvPr>
        </p:nvSpPr>
        <p:spPr/>
        <p:txBody>
          <a:bodyPr/>
          <a:lstStyle/>
          <a:p>
            <a:fld id="{5A292F99-F32F-EC4B-BEAC-3D3F4D68AA69}" type="slidenum">
              <a:rPr lang="en-US" smtClean="0"/>
              <a:t>13</a:t>
            </a:fld>
            <a:endParaRPr lang="en-US"/>
          </a:p>
        </p:txBody>
      </p:sp>
    </p:spTree>
    <p:extLst>
      <p:ext uri="{BB962C8B-B14F-4D97-AF65-F5344CB8AC3E}">
        <p14:creationId xmlns:p14="http://schemas.microsoft.com/office/powerpoint/2010/main" val="2648372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4DFFF-3B70-1A5F-6125-09A7F834AC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28C97-6B00-8636-F335-E0BE139CB3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F5C1F6-0A66-8D53-5CF6-D5B63CC58349}"/>
              </a:ext>
            </a:extLst>
          </p:cNvPr>
          <p:cNvSpPr>
            <a:spLocks noGrp="1"/>
          </p:cNvSpPr>
          <p:nvPr>
            <p:ph type="body" idx="1"/>
          </p:nvPr>
        </p:nvSpPr>
        <p:spPr/>
        <p:txBody>
          <a:bodyPr/>
          <a:lstStyle/>
          <a:p>
            <a:r>
              <a:rPr lang="en-US" dirty="0"/>
              <a:t>Southeastern part of Luisiana</a:t>
            </a:r>
          </a:p>
        </p:txBody>
      </p:sp>
      <p:sp>
        <p:nvSpPr>
          <p:cNvPr id="4" name="Slide Number Placeholder 3">
            <a:extLst>
              <a:ext uri="{FF2B5EF4-FFF2-40B4-BE49-F238E27FC236}">
                <a16:creationId xmlns:a16="http://schemas.microsoft.com/office/drawing/2014/main" id="{FB96458D-6B35-F3AC-BBB2-988015951A04}"/>
              </a:ext>
            </a:extLst>
          </p:cNvPr>
          <p:cNvSpPr>
            <a:spLocks noGrp="1"/>
          </p:cNvSpPr>
          <p:nvPr>
            <p:ph type="sldNum" sz="quarter" idx="5"/>
          </p:nvPr>
        </p:nvSpPr>
        <p:spPr/>
        <p:txBody>
          <a:bodyPr/>
          <a:lstStyle/>
          <a:p>
            <a:fld id="{5A292F99-F32F-EC4B-BEAC-3D3F4D68AA69}" type="slidenum">
              <a:rPr lang="en-US" smtClean="0"/>
              <a:t>14</a:t>
            </a:fld>
            <a:endParaRPr lang="en-US"/>
          </a:p>
        </p:txBody>
      </p:sp>
    </p:spTree>
    <p:extLst>
      <p:ext uri="{BB962C8B-B14F-4D97-AF65-F5344CB8AC3E}">
        <p14:creationId xmlns:p14="http://schemas.microsoft.com/office/powerpoint/2010/main" val="36429108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18174-EBA2-A936-6E2D-ED87F771C9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D8127A-2DC9-47A7-51F4-1DB57F610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65C51-3F8F-FB02-F42E-C5DBCBD2789B}"/>
              </a:ext>
            </a:extLst>
          </p:cNvPr>
          <p:cNvSpPr>
            <a:spLocks noGrp="1"/>
          </p:cNvSpPr>
          <p:nvPr>
            <p:ph type="body" idx="1"/>
          </p:nvPr>
        </p:nvSpPr>
        <p:spPr/>
        <p:txBody>
          <a:bodyPr/>
          <a:lstStyle/>
          <a:p>
            <a:r>
              <a:rPr lang="en-US" dirty="0"/>
              <a:t>Northeastern part of Luisiana</a:t>
            </a:r>
          </a:p>
        </p:txBody>
      </p:sp>
      <p:sp>
        <p:nvSpPr>
          <p:cNvPr id="4" name="Slide Number Placeholder 3">
            <a:extLst>
              <a:ext uri="{FF2B5EF4-FFF2-40B4-BE49-F238E27FC236}">
                <a16:creationId xmlns:a16="http://schemas.microsoft.com/office/drawing/2014/main" id="{49315B83-7513-12AE-3267-7D3E8A8FFB08}"/>
              </a:ext>
            </a:extLst>
          </p:cNvPr>
          <p:cNvSpPr>
            <a:spLocks noGrp="1"/>
          </p:cNvSpPr>
          <p:nvPr>
            <p:ph type="sldNum" sz="quarter" idx="5"/>
          </p:nvPr>
        </p:nvSpPr>
        <p:spPr/>
        <p:txBody>
          <a:bodyPr/>
          <a:lstStyle/>
          <a:p>
            <a:fld id="{5A292F99-F32F-EC4B-BEAC-3D3F4D68AA69}" type="slidenum">
              <a:rPr lang="en-US" smtClean="0"/>
              <a:t>15</a:t>
            </a:fld>
            <a:endParaRPr lang="en-US"/>
          </a:p>
        </p:txBody>
      </p:sp>
    </p:spTree>
    <p:extLst>
      <p:ext uri="{BB962C8B-B14F-4D97-AF65-F5344CB8AC3E}">
        <p14:creationId xmlns:p14="http://schemas.microsoft.com/office/powerpoint/2010/main" val="28383158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1229C8-EFA3-EADD-133E-7154320A60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78737-136A-FB5B-B09B-FC53D10098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37AA0B-CDE2-71F9-CFFE-C3B53FE05E3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A214982-2896-CF83-6E9A-3932FF5AD630}"/>
              </a:ext>
            </a:extLst>
          </p:cNvPr>
          <p:cNvSpPr>
            <a:spLocks noGrp="1"/>
          </p:cNvSpPr>
          <p:nvPr>
            <p:ph type="sldNum" sz="quarter" idx="5"/>
          </p:nvPr>
        </p:nvSpPr>
        <p:spPr/>
        <p:txBody>
          <a:bodyPr/>
          <a:lstStyle/>
          <a:p>
            <a:fld id="{5A292F99-F32F-EC4B-BEAC-3D3F4D68AA69}" type="slidenum">
              <a:rPr lang="en-US" smtClean="0"/>
              <a:t>16</a:t>
            </a:fld>
            <a:endParaRPr lang="en-US"/>
          </a:p>
        </p:txBody>
      </p:sp>
    </p:spTree>
    <p:extLst>
      <p:ext uri="{BB962C8B-B14F-4D97-AF65-F5344CB8AC3E}">
        <p14:creationId xmlns:p14="http://schemas.microsoft.com/office/powerpoint/2010/main" val="3714862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6F387-DBB2-1B82-C235-BAB71674DB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83D59F-5EC6-7BD0-93D4-5A1E44285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BCF21-DF60-1081-16EF-182FB39821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588984-A49B-3107-66EC-22EA710E5774}"/>
              </a:ext>
            </a:extLst>
          </p:cNvPr>
          <p:cNvSpPr>
            <a:spLocks noGrp="1"/>
          </p:cNvSpPr>
          <p:nvPr>
            <p:ph type="sldNum" sz="quarter" idx="5"/>
          </p:nvPr>
        </p:nvSpPr>
        <p:spPr/>
        <p:txBody>
          <a:bodyPr/>
          <a:lstStyle/>
          <a:p>
            <a:fld id="{5A292F99-F32F-EC4B-BEAC-3D3F4D68AA69}" type="slidenum">
              <a:rPr lang="en-US" smtClean="0"/>
              <a:t>17</a:t>
            </a:fld>
            <a:endParaRPr lang="en-US"/>
          </a:p>
        </p:txBody>
      </p:sp>
    </p:spTree>
    <p:extLst>
      <p:ext uri="{BB962C8B-B14F-4D97-AF65-F5344CB8AC3E}">
        <p14:creationId xmlns:p14="http://schemas.microsoft.com/office/powerpoint/2010/main" val="3151131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C7D45-BAC3-740B-4147-2EDC48563C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383F70-65CA-660A-1254-06D9FF13AC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57A0E-1B02-211A-9A1E-F9D3DDC023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0F9954-2AF8-1C3E-8B5A-98BC2E10ABF5}"/>
              </a:ext>
            </a:extLst>
          </p:cNvPr>
          <p:cNvSpPr>
            <a:spLocks noGrp="1"/>
          </p:cNvSpPr>
          <p:nvPr>
            <p:ph type="sldNum" sz="quarter" idx="5"/>
          </p:nvPr>
        </p:nvSpPr>
        <p:spPr/>
        <p:txBody>
          <a:bodyPr/>
          <a:lstStyle/>
          <a:p>
            <a:fld id="{5A292F99-F32F-EC4B-BEAC-3D3F4D68AA69}" type="slidenum">
              <a:rPr lang="en-US" smtClean="0"/>
              <a:t>18</a:t>
            </a:fld>
            <a:endParaRPr lang="en-US"/>
          </a:p>
        </p:txBody>
      </p:sp>
    </p:spTree>
    <p:extLst>
      <p:ext uri="{BB962C8B-B14F-4D97-AF65-F5344CB8AC3E}">
        <p14:creationId xmlns:p14="http://schemas.microsoft.com/office/powerpoint/2010/main" val="17849698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55D2D-79D8-74DD-7F2D-9BB3045623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CC7DF7-9CA0-EE52-0A50-22EFDB3F22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9995B-D732-03A7-22F5-C815745ABB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DFB856-FD07-E0E3-2EE3-89B28F98A99C}"/>
              </a:ext>
            </a:extLst>
          </p:cNvPr>
          <p:cNvSpPr>
            <a:spLocks noGrp="1"/>
          </p:cNvSpPr>
          <p:nvPr>
            <p:ph type="sldNum" sz="quarter" idx="5"/>
          </p:nvPr>
        </p:nvSpPr>
        <p:spPr/>
        <p:txBody>
          <a:bodyPr/>
          <a:lstStyle/>
          <a:p>
            <a:fld id="{5A292F99-F32F-EC4B-BEAC-3D3F4D68AA69}" type="slidenum">
              <a:rPr lang="en-US" smtClean="0"/>
              <a:t>19</a:t>
            </a:fld>
            <a:endParaRPr lang="en-US"/>
          </a:p>
        </p:txBody>
      </p:sp>
    </p:spTree>
    <p:extLst>
      <p:ext uri="{BB962C8B-B14F-4D97-AF65-F5344CB8AC3E}">
        <p14:creationId xmlns:p14="http://schemas.microsoft.com/office/powerpoint/2010/main" val="25596054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D8D96-D1BA-2255-A83E-2EF3E5FCE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99DA6-4A45-D47B-938D-C7013C1A2C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AF6529-1C11-9784-4487-CE338F55E4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9D33DF6-A4DE-C2B7-819F-BF825CC2ADC3}"/>
              </a:ext>
            </a:extLst>
          </p:cNvPr>
          <p:cNvSpPr>
            <a:spLocks noGrp="1"/>
          </p:cNvSpPr>
          <p:nvPr>
            <p:ph type="sldNum" sz="quarter" idx="5"/>
          </p:nvPr>
        </p:nvSpPr>
        <p:spPr/>
        <p:txBody>
          <a:bodyPr/>
          <a:lstStyle/>
          <a:p>
            <a:fld id="{5A292F99-F32F-EC4B-BEAC-3D3F4D68AA69}" type="slidenum">
              <a:rPr lang="en-US" smtClean="0"/>
              <a:t>20</a:t>
            </a:fld>
            <a:endParaRPr lang="en-US"/>
          </a:p>
        </p:txBody>
      </p:sp>
    </p:spTree>
    <p:extLst>
      <p:ext uri="{BB962C8B-B14F-4D97-AF65-F5344CB8AC3E}">
        <p14:creationId xmlns:p14="http://schemas.microsoft.com/office/powerpoint/2010/main" val="3659969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D46D1-8E7E-56BA-C31E-A286039F1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37057A-8BD1-1836-DA2A-8D14F49ED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504529-FE48-DABB-5FA9-397CBB5C24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5A8DD32-6266-4F1C-3525-39C6C39439FE}"/>
              </a:ext>
            </a:extLst>
          </p:cNvPr>
          <p:cNvSpPr>
            <a:spLocks noGrp="1"/>
          </p:cNvSpPr>
          <p:nvPr>
            <p:ph type="sldNum" sz="quarter" idx="5"/>
          </p:nvPr>
        </p:nvSpPr>
        <p:spPr/>
        <p:txBody>
          <a:bodyPr/>
          <a:lstStyle/>
          <a:p>
            <a:fld id="{5A292F99-F32F-EC4B-BEAC-3D3F4D68AA69}" type="slidenum">
              <a:rPr lang="en-US" smtClean="0"/>
              <a:t>21</a:t>
            </a:fld>
            <a:endParaRPr lang="en-US"/>
          </a:p>
        </p:txBody>
      </p:sp>
    </p:spTree>
    <p:extLst>
      <p:ext uri="{BB962C8B-B14F-4D97-AF65-F5344CB8AC3E}">
        <p14:creationId xmlns:p14="http://schemas.microsoft.com/office/powerpoint/2010/main" val="33364650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AD935-715B-7539-C5B5-9FF765F92B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64151F-B250-BFA0-3379-0BEC6C64B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F3BADB-5874-BB7E-EB21-74B4E0C7AE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12A796-9CBD-3392-FF2D-E5CF46B6CB12}"/>
              </a:ext>
            </a:extLst>
          </p:cNvPr>
          <p:cNvSpPr>
            <a:spLocks noGrp="1"/>
          </p:cNvSpPr>
          <p:nvPr>
            <p:ph type="sldNum" sz="quarter" idx="5"/>
          </p:nvPr>
        </p:nvSpPr>
        <p:spPr/>
        <p:txBody>
          <a:bodyPr/>
          <a:lstStyle/>
          <a:p>
            <a:fld id="{5A292F99-F32F-EC4B-BEAC-3D3F4D68AA69}" type="slidenum">
              <a:rPr lang="en-US" smtClean="0"/>
              <a:t>22</a:t>
            </a:fld>
            <a:endParaRPr lang="en-US"/>
          </a:p>
        </p:txBody>
      </p:sp>
    </p:spTree>
    <p:extLst>
      <p:ext uri="{BB962C8B-B14F-4D97-AF65-F5344CB8AC3E}">
        <p14:creationId xmlns:p14="http://schemas.microsoft.com/office/powerpoint/2010/main" val="13146767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7CEAB-93DC-F4DB-8CED-27F47C722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42EA31-77AB-55DB-E8BE-535DC345E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1C95BB-C0B6-CE1E-CAC6-459210CE87C1}"/>
              </a:ext>
            </a:extLst>
          </p:cNvPr>
          <p:cNvSpPr>
            <a:spLocks noGrp="1"/>
          </p:cNvSpPr>
          <p:nvPr>
            <p:ph type="body" idx="1"/>
          </p:nvPr>
        </p:nvSpPr>
        <p:spPr/>
        <p:txBody>
          <a:bodyPr/>
          <a:lstStyle/>
          <a:p>
            <a:r>
              <a:rPr lang="en-US" dirty="0"/>
              <a:t>Also we should say that we are not allowing slavery so it will attract new settlers who can be black.</a:t>
            </a:r>
          </a:p>
        </p:txBody>
      </p:sp>
      <p:sp>
        <p:nvSpPr>
          <p:cNvPr id="4" name="Slide Number Placeholder 3">
            <a:extLst>
              <a:ext uri="{FF2B5EF4-FFF2-40B4-BE49-F238E27FC236}">
                <a16:creationId xmlns:a16="http://schemas.microsoft.com/office/drawing/2014/main" id="{316A2B11-9098-77BD-5B43-4118DBF0BB6C}"/>
              </a:ext>
            </a:extLst>
          </p:cNvPr>
          <p:cNvSpPr>
            <a:spLocks noGrp="1"/>
          </p:cNvSpPr>
          <p:nvPr>
            <p:ph type="sldNum" sz="quarter" idx="5"/>
          </p:nvPr>
        </p:nvSpPr>
        <p:spPr/>
        <p:txBody>
          <a:bodyPr/>
          <a:lstStyle/>
          <a:p>
            <a:fld id="{5A292F99-F32F-EC4B-BEAC-3D3F4D68AA69}" type="slidenum">
              <a:rPr lang="en-US" smtClean="0"/>
              <a:t>23</a:t>
            </a:fld>
            <a:endParaRPr lang="en-US"/>
          </a:p>
        </p:txBody>
      </p:sp>
    </p:spTree>
    <p:extLst>
      <p:ext uri="{BB962C8B-B14F-4D97-AF65-F5344CB8AC3E}">
        <p14:creationId xmlns:p14="http://schemas.microsoft.com/office/powerpoint/2010/main" val="21340781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60E6C-1BA9-F5B5-7E81-25E92CB0C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A2A4EE-C98C-4E62-F4D9-480CD0B58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37DC31-C9AE-F73B-3B45-292D380A7AB1}"/>
              </a:ext>
            </a:extLst>
          </p:cNvPr>
          <p:cNvSpPr>
            <a:spLocks noGrp="1"/>
          </p:cNvSpPr>
          <p:nvPr>
            <p:ph type="body" idx="1"/>
          </p:nvPr>
        </p:nvSpPr>
        <p:spPr/>
        <p:txBody>
          <a:bodyPr/>
          <a:lstStyle/>
          <a:p>
            <a:r>
              <a:rPr lang="en-US" dirty="0"/>
              <a:t>Also we should say that we are not allowing slavery so it will attract new settlers who can be black.</a:t>
            </a:r>
          </a:p>
        </p:txBody>
      </p:sp>
      <p:sp>
        <p:nvSpPr>
          <p:cNvPr id="4" name="Slide Number Placeholder 3">
            <a:extLst>
              <a:ext uri="{FF2B5EF4-FFF2-40B4-BE49-F238E27FC236}">
                <a16:creationId xmlns:a16="http://schemas.microsoft.com/office/drawing/2014/main" id="{8F73166A-5FFD-C7A2-5103-BF52D585712C}"/>
              </a:ext>
            </a:extLst>
          </p:cNvPr>
          <p:cNvSpPr>
            <a:spLocks noGrp="1"/>
          </p:cNvSpPr>
          <p:nvPr>
            <p:ph type="sldNum" sz="quarter" idx="5"/>
          </p:nvPr>
        </p:nvSpPr>
        <p:spPr/>
        <p:txBody>
          <a:bodyPr/>
          <a:lstStyle/>
          <a:p>
            <a:fld id="{5A292F99-F32F-EC4B-BEAC-3D3F4D68AA69}" type="slidenum">
              <a:rPr lang="en-US" smtClean="0"/>
              <a:t>24</a:t>
            </a:fld>
            <a:endParaRPr lang="en-US"/>
          </a:p>
        </p:txBody>
      </p:sp>
    </p:spTree>
    <p:extLst>
      <p:ext uri="{BB962C8B-B14F-4D97-AF65-F5344CB8AC3E}">
        <p14:creationId xmlns:p14="http://schemas.microsoft.com/office/powerpoint/2010/main" val="31828155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6615F-7FBF-4A76-774F-3CB96B70E53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07BFF6F-AA87-29F2-BFD9-A076570EB6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3E12B8-DF06-4F49-5307-9C2871E2C8CC}"/>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5" name="Footer Placeholder 4">
            <a:extLst>
              <a:ext uri="{FF2B5EF4-FFF2-40B4-BE49-F238E27FC236}">
                <a16:creationId xmlns:a16="http://schemas.microsoft.com/office/drawing/2014/main" id="{8C4AEAE4-348B-D59F-FB40-B598386639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75199D-A3A9-1620-6C9C-49E2DCEB1ACD}"/>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3957679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00A30-B89F-958D-867F-1BDEDB0C5B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D99940-FAE0-C67D-7C7F-776F71135D7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7570F7-C6D8-FC37-4C1D-9AAD9A3624D3}"/>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5" name="Footer Placeholder 4">
            <a:extLst>
              <a:ext uri="{FF2B5EF4-FFF2-40B4-BE49-F238E27FC236}">
                <a16:creationId xmlns:a16="http://schemas.microsoft.com/office/drawing/2014/main" id="{49332EE7-4652-3CBC-62F2-AF13D18E874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16BCB4-FB8F-6EEC-87F7-C8A3CA01B907}"/>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11736050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52906-DFB8-F940-2D93-F4DFC1B1FF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AA6885-1207-987E-F629-47A0445D5B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681DEB7-7C45-DF6F-6C90-A179E8DC3AFA}"/>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5" name="Footer Placeholder 4">
            <a:extLst>
              <a:ext uri="{FF2B5EF4-FFF2-40B4-BE49-F238E27FC236}">
                <a16:creationId xmlns:a16="http://schemas.microsoft.com/office/drawing/2014/main" id="{9830DF43-0879-4D0D-9D87-1434F67795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F1751A-96D1-C615-C41D-BD758EF203D8}"/>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8409262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5907A-1E4B-A2D2-077C-AD575100C5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CE8242-54E5-0F9A-417F-5B8B72ED80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ECB50B9-EA9A-0548-7358-E910D5078D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67A833-C609-3582-DFE0-FDE8FDA40347}"/>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6" name="Footer Placeholder 5">
            <a:extLst>
              <a:ext uri="{FF2B5EF4-FFF2-40B4-BE49-F238E27FC236}">
                <a16:creationId xmlns:a16="http://schemas.microsoft.com/office/drawing/2014/main" id="{2A254FE2-F623-098A-B631-94A37CB205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A18727-19AD-FDEF-6494-305EE306F7EA}"/>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41959558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43C6E-8884-F9B7-087D-8EDB5FAC20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4660039-18AD-CD34-6E8A-DCBFA24A3B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760992D-4D23-6CCA-4B07-F017CB16EF3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487825-2696-353F-0151-222E7E1CAA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D3FB09-CC9D-2B24-2B7E-45F9B8F456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F3500DE-41F9-69C4-4864-577D81862442}"/>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8" name="Footer Placeholder 7">
            <a:extLst>
              <a:ext uri="{FF2B5EF4-FFF2-40B4-BE49-F238E27FC236}">
                <a16:creationId xmlns:a16="http://schemas.microsoft.com/office/drawing/2014/main" id="{DD4C61A0-70B2-F465-4A38-23DA9B68C7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66A4651-3CDE-2954-8073-299EBF7A3598}"/>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38035461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3F8BF-C57D-26E8-7D64-D67FC0430D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431277C-D77F-30FB-5D40-98B10EFA2238}"/>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4" name="Footer Placeholder 3">
            <a:extLst>
              <a:ext uri="{FF2B5EF4-FFF2-40B4-BE49-F238E27FC236}">
                <a16:creationId xmlns:a16="http://schemas.microsoft.com/office/drawing/2014/main" id="{7B41B55E-5740-0CFD-5189-889B6DD8855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5FFBB10-FDF8-0FA1-8C87-A501EA503EC9}"/>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3492387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72AB73-3FF3-F891-07B3-E16D3CB52BA0}"/>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3" name="Footer Placeholder 2">
            <a:extLst>
              <a:ext uri="{FF2B5EF4-FFF2-40B4-BE49-F238E27FC236}">
                <a16:creationId xmlns:a16="http://schemas.microsoft.com/office/drawing/2014/main" id="{33F6ACA5-1956-C6A1-D4E3-37F99E03526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B5FA142-279A-DC50-9D6A-B249EF19A0B1}"/>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3809147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8D4F-3FDE-4567-CC74-11F1884AF2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8B4656-7732-ECB5-8939-651A5F2D7B5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41935A-774E-57AF-74EC-6547AC5334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EF0150-6FD6-49F9-FD22-BC5AEAF686D7}"/>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6" name="Footer Placeholder 5">
            <a:extLst>
              <a:ext uri="{FF2B5EF4-FFF2-40B4-BE49-F238E27FC236}">
                <a16:creationId xmlns:a16="http://schemas.microsoft.com/office/drawing/2014/main" id="{30035B10-7338-4254-030A-D2292BE59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7DCE76-04A6-ED1B-2131-D9E48A60A4B5}"/>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1146578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FC23B-6703-A92B-8F31-17BBFCE6E8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3EC41EC-8F77-10C6-A2BC-602374F858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C6755BF-B29A-93C6-1AF2-9D9FB7799F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965325-0F96-0868-85DB-435805352FB6}"/>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6" name="Footer Placeholder 5">
            <a:extLst>
              <a:ext uri="{FF2B5EF4-FFF2-40B4-BE49-F238E27FC236}">
                <a16:creationId xmlns:a16="http://schemas.microsoft.com/office/drawing/2014/main" id="{C74B7800-AB8C-92B2-8BD7-1F51BADBCC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F3BF88-39DD-EE09-E32B-C93E0096EB54}"/>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2704799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E537B-D59F-7988-971F-8656E4B2E9E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D700119-DC5A-7F38-F329-BA20469162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A7FCA3-A8EE-5047-59A0-9A665CD8AFCE}"/>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5" name="Footer Placeholder 4">
            <a:extLst>
              <a:ext uri="{FF2B5EF4-FFF2-40B4-BE49-F238E27FC236}">
                <a16:creationId xmlns:a16="http://schemas.microsoft.com/office/drawing/2014/main" id="{9BE1F17C-9429-AC7F-2F65-DEC8B06779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B87FC4-2E20-72D6-6B17-F04F0AE596E8}"/>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20235627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91E6C0-A2C6-F7DF-BD74-E06FC308E7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0AEFEB3-DB43-3CAA-CA98-3A2EB7DFB6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BE2F31-96D3-68FF-1996-16FFAF26515F}"/>
              </a:ext>
            </a:extLst>
          </p:cNvPr>
          <p:cNvSpPr>
            <a:spLocks noGrp="1"/>
          </p:cNvSpPr>
          <p:nvPr>
            <p:ph type="dt" sz="half" idx="10"/>
          </p:nvPr>
        </p:nvSpPr>
        <p:spPr/>
        <p:txBody>
          <a:bodyPr/>
          <a:lstStyle/>
          <a:p>
            <a:fld id="{A101CAF2-B17B-3C4B-8FE7-0E39059D049E}" type="datetimeFigureOut">
              <a:rPr lang="en-US" smtClean="0"/>
              <a:t>9/8/26</a:t>
            </a:fld>
            <a:endParaRPr lang="en-US"/>
          </a:p>
        </p:txBody>
      </p:sp>
      <p:sp>
        <p:nvSpPr>
          <p:cNvPr id="5" name="Footer Placeholder 4">
            <a:extLst>
              <a:ext uri="{FF2B5EF4-FFF2-40B4-BE49-F238E27FC236}">
                <a16:creationId xmlns:a16="http://schemas.microsoft.com/office/drawing/2014/main" id="{82EAC1F5-330F-E361-72ED-7876EE34A8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3CF66D-2386-768F-9A40-90F8AE95DE95}"/>
              </a:ext>
            </a:extLst>
          </p:cNvPr>
          <p:cNvSpPr>
            <a:spLocks noGrp="1"/>
          </p:cNvSpPr>
          <p:nvPr>
            <p:ph type="sldNum" sz="quarter" idx="12"/>
          </p:nvPr>
        </p:nvSpPr>
        <p:spPr/>
        <p:txBody>
          <a:bodyPr/>
          <a:lstStyle/>
          <a:p>
            <a:fld id="{699C2C3F-6F50-FE46-9FB9-5182394D0F3B}" type="slidenum">
              <a:rPr lang="en-US" smtClean="0"/>
              <a:t>‹#›</a:t>
            </a:fld>
            <a:endParaRPr lang="en-US"/>
          </a:p>
        </p:txBody>
      </p:sp>
    </p:spTree>
    <p:extLst>
      <p:ext uri="{BB962C8B-B14F-4D97-AF65-F5344CB8AC3E}">
        <p14:creationId xmlns:p14="http://schemas.microsoft.com/office/powerpoint/2010/main" val="41636431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32229F-1FDF-4D57-248F-D603EFA59E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9083E3-BC4D-7C96-6218-5F6158F125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324889-5B3C-071E-21B5-3D9F755C997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01CAF2-B17B-3C4B-8FE7-0E39059D049E}" type="datetimeFigureOut">
              <a:rPr lang="en-US" smtClean="0"/>
              <a:t>9/8/26</a:t>
            </a:fld>
            <a:endParaRPr lang="en-US"/>
          </a:p>
        </p:txBody>
      </p:sp>
      <p:sp>
        <p:nvSpPr>
          <p:cNvPr id="5" name="Footer Placeholder 4">
            <a:extLst>
              <a:ext uri="{FF2B5EF4-FFF2-40B4-BE49-F238E27FC236}">
                <a16:creationId xmlns:a16="http://schemas.microsoft.com/office/drawing/2014/main" id="{9EE66D65-6881-E674-3675-5BD93E76263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9AB299B-B438-66DE-B6AF-00AED68FA4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9C2C3F-6F50-FE46-9FB9-5182394D0F3B}" type="slidenum">
              <a:rPr lang="en-US" smtClean="0"/>
              <a:t>‹#›</a:t>
            </a:fld>
            <a:endParaRPr lang="en-US"/>
          </a:p>
        </p:txBody>
      </p:sp>
    </p:spTree>
    <p:extLst>
      <p:ext uri="{BB962C8B-B14F-4D97-AF65-F5344CB8AC3E}">
        <p14:creationId xmlns:p14="http://schemas.microsoft.com/office/powerpoint/2010/main" val="912583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18/10/relationships/comments" Target="../comments/modernComment_110_ACE12E02.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18/10/relationships/comments" Target="../comments/modernComment_114_BE736A1A.xml"/><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microsoft.com/office/2018/10/relationships/comments" Target="../comments/modernComment_115_74A84C5F.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microsoft.com/office/2018/10/relationships/comments" Target="../comments/modernComment_118_7BA1F10C.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1D21A-6B58-2C99-A153-ECFB4A57B11B}"/>
              </a:ext>
            </a:extLst>
          </p:cNvPr>
          <p:cNvSpPr>
            <a:spLocks noGrp="1"/>
          </p:cNvSpPr>
          <p:nvPr>
            <p:ph type="ctrTitle"/>
          </p:nvPr>
        </p:nvSpPr>
        <p:spPr>
          <a:xfrm>
            <a:off x="1524000" y="2768092"/>
            <a:ext cx="9144000" cy="1321816"/>
          </a:xfrm>
        </p:spPr>
        <p:txBody>
          <a:bodyPr>
            <a:normAutofit/>
          </a:bodyPr>
          <a:lstStyle/>
          <a:p>
            <a:r>
              <a:rPr lang="en-US" sz="8800" b="1" dirty="0" err="1">
                <a:latin typeface="Arial Black" panose="020B0604020202020204" pitchFamily="34" charset="0"/>
                <a:cs typeface="Arial Black" panose="020B0604020202020204" pitchFamily="34" charset="0"/>
              </a:rPr>
              <a:t>DarahlLand</a:t>
            </a:r>
            <a:endParaRPr lang="en-US" sz="8800" b="1" dirty="0">
              <a:latin typeface="Arial Black" panose="020B0604020202020204" pitchFamily="34" charset="0"/>
              <a:cs typeface="Arial Black" panose="020B0604020202020204" pitchFamily="34" charset="0"/>
            </a:endParaRPr>
          </a:p>
        </p:txBody>
      </p:sp>
      <p:sp>
        <p:nvSpPr>
          <p:cNvPr id="3" name="Subtitle 2">
            <a:extLst>
              <a:ext uri="{FF2B5EF4-FFF2-40B4-BE49-F238E27FC236}">
                <a16:creationId xmlns:a16="http://schemas.microsoft.com/office/drawing/2014/main" id="{1D45BA62-DC2F-D909-1E32-0980FC149671}"/>
              </a:ext>
            </a:extLst>
          </p:cNvPr>
          <p:cNvSpPr>
            <a:spLocks noGrp="1"/>
          </p:cNvSpPr>
          <p:nvPr>
            <p:ph type="subTitle" idx="1"/>
          </p:nvPr>
        </p:nvSpPr>
        <p:spPr>
          <a:xfrm>
            <a:off x="7620000" y="5536185"/>
            <a:ext cx="4572000" cy="1321815"/>
          </a:xfrm>
        </p:spPr>
        <p:txBody>
          <a:bodyPr>
            <a:normAutofit lnSpcReduction="10000"/>
          </a:bodyPr>
          <a:lstStyle/>
          <a:p>
            <a:pPr algn="r"/>
            <a:r>
              <a:rPr lang="en-US" dirty="0"/>
              <a:t>Daniel Jaššo</a:t>
            </a:r>
          </a:p>
          <a:p>
            <a:pPr algn="r"/>
            <a:r>
              <a:rPr lang="en-US" dirty="0"/>
              <a:t>Rafail Giannelakis</a:t>
            </a:r>
          </a:p>
          <a:p>
            <a:pPr algn="r"/>
            <a:r>
              <a:rPr lang="en-US" dirty="0"/>
              <a:t>Humberto Garcia Galvan</a:t>
            </a:r>
          </a:p>
        </p:txBody>
      </p:sp>
    </p:spTree>
    <p:extLst>
      <p:ext uri="{BB962C8B-B14F-4D97-AF65-F5344CB8AC3E}">
        <p14:creationId xmlns:p14="http://schemas.microsoft.com/office/powerpoint/2010/main" val="281934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B7C891-9128-A736-FB39-42936AED6D61}"/>
              </a:ext>
            </a:extLst>
          </p:cNvPr>
          <p:cNvPicPr>
            <a:picLocks noChangeAspect="1"/>
          </p:cNvPicPr>
          <p:nvPr/>
        </p:nvPicPr>
        <p:blipFill>
          <a:blip r:embed="rId3"/>
          <a:srcRect l="1104" t="2948" r="670" b="7758"/>
          <a:stretch>
            <a:fillRect/>
          </a:stretch>
        </p:blipFill>
        <p:spPr>
          <a:xfrm>
            <a:off x="4368800" y="1756226"/>
            <a:ext cx="7634514" cy="4992915"/>
          </a:xfrm>
          <a:prstGeom prst="rect">
            <a:avLst/>
          </a:prstGeom>
        </p:spPr>
      </p:pic>
      <p:sp>
        <p:nvSpPr>
          <p:cNvPr id="2" name="Title 1">
            <a:extLst>
              <a:ext uri="{FF2B5EF4-FFF2-40B4-BE49-F238E27FC236}">
                <a16:creationId xmlns:a16="http://schemas.microsoft.com/office/drawing/2014/main" id="{F6886B55-2A22-AF81-0063-1640E46964C6}"/>
              </a:ext>
            </a:extLst>
          </p:cNvPr>
          <p:cNvSpPr txBox="1">
            <a:spLocks/>
          </p:cNvSpPr>
          <p:nvPr/>
        </p:nvSpPr>
        <p:spPr>
          <a:xfrm>
            <a:off x="0" y="0"/>
            <a:ext cx="9144000" cy="132181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7200" b="1" dirty="0">
                <a:latin typeface="Arial" panose="020B0604020202020204" pitchFamily="34" charset="0"/>
                <a:cs typeface="Arial" panose="020B0604020202020204" pitchFamily="34" charset="0"/>
              </a:rPr>
              <a:t>Location</a:t>
            </a:r>
          </a:p>
        </p:txBody>
      </p:sp>
      <p:sp>
        <p:nvSpPr>
          <p:cNvPr id="3" name="TextBox 2">
            <a:extLst>
              <a:ext uri="{FF2B5EF4-FFF2-40B4-BE49-F238E27FC236}">
                <a16:creationId xmlns:a16="http://schemas.microsoft.com/office/drawing/2014/main" id="{CF896588-349B-47B0-37F1-AF153D28DAE3}"/>
              </a:ext>
            </a:extLst>
          </p:cNvPr>
          <p:cNvSpPr txBox="1"/>
          <p:nvPr/>
        </p:nvSpPr>
        <p:spPr>
          <a:xfrm>
            <a:off x="188686" y="1321816"/>
            <a:ext cx="4041684" cy="830997"/>
          </a:xfrm>
          <a:prstGeom prst="rect">
            <a:avLst/>
          </a:prstGeom>
          <a:noFill/>
        </p:spPr>
        <p:txBody>
          <a:bodyPr wrap="none" rtlCol="0">
            <a:spAutoFit/>
          </a:bodyPr>
          <a:lstStyle/>
          <a:p>
            <a:pPr marL="342900" indent="-342900">
              <a:buFont typeface="Arial" panose="020B0604020202020204" pitchFamily="34" charset="0"/>
              <a:buChar char="•"/>
            </a:pPr>
            <a:r>
              <a:rPr lang="en-US" sz="2400" dirty="0"/>
              <a:t>Modern day Alexandria, LA</a:t>
            </a:r>
          </a:p>
          <a:p>
            <a:pPr marL="342900" indent="-342900">
              <a:buFont typeface="Arial" panose="020B0604020202020204" pitchFamily="34" charset="0"/>
              <a:buChar char="•"/>
            </a:pPr>
            <a:r>
              <a:rPr lang="en-US" sz="2400" dirty="0"/>
              <a:t>Red River passing through</a:t>
            </a:r>
          </a:p>
        </p:txBody>
      </p:sp>
      <p:pic>
        <p:nvPicPr>
          <p:cNvPr id="4" name="Picture 3">
            <a:extLst>
              <a:ext uri="{FF2B5EF4-FFF2-40B4-BE49-F238E27FC236}">
                <a16:creationId xmlns:a16="http://schemas.microsoft.com/office/drawing/2014/main" id="{E9D07A87-F0C1-F788-3A41-E98C8E31CB1E}"/>
              </a:ext>
            </a:extLst>
          </p:cNvPr>
          <p:cNvPicPr>
            <a:picLocks noChangeAspect="1"/>
          </p:cNvPicPr>
          <p:nvPr/>
        </p:nvPicPr>
        <p:blipFill>
          <a:blip r:embed="rId3"/>
          <a:srcRect l="47007" t="63159" r="32857" b="17657"/>
          <a:stretch>
            <a:fillRect/>
          </a:stretch>
        </p:blipFill>
        <p:spPr>
          <a:xfrm>
            <a:off x="188686" y="4114419"/>
            <a:ext cx="3844108" cy="2634722"/>
          </a:xfrm>
          <a:prstGeom prst="rect">
            <a:avLst/>
          </a:prstGeom>
        </p:spPr>
      </p:pic>
    </p:spTree>
    <p:extLst>
      <p:ext uri="{BB962C8B-B14F-4D97-AF65-F5344CB8AC3E}">
        <p14:creationId xmlns:p14="http://schemas.microsoft.com/office/powerpoint/2010/main" val="5735466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0404F13-EF71-42CA-C535-C412692D8F4B}"/>
              </a:ext>
            </a:extLst>
          </p:cNvPr>
          <p:cNvPicPr>
            <a:picLocks noChangeAspect="1"/>
          </p:cNvPicPr>
          <p:nvPr/>
        </p:nvPicPr>
        <p:blipFill>
          <a:blip r:embed="rId2"/>
          <a:srcRect l="30425"/>
          <a:stretch>
            <a:fillRect/>
          </a:stretch>
        </p:blipFill>
        <p:spPr>
          <a:xfrm>
            <a:off x="-2523118" y="-42520"/>
            <a:ext cx="10276492" cy="5411938"/>
          </a:xfrm>
          <a:prstGeom prst="rect">
            <a:avLst/>
          </a:prstGeom>
        </p:spPr>
      </p:pic>
      <p:pic>
        <p:nvPicPr>
          <p:cNvPr id="3" name="Content Placeholder 4">
            <a:extLst>
              <a:ext uri="{FF2B5EF4-FFF2-40B4-BE49-F238E27FC236}">
                <a16:creationId xmlns:a16="http://schemas.microsoft.com/office/drawing/2014/main" id="{E21D987B-3A95-AC90-E8B5-5908CA567B5A}"/>
              </a:ext>
            </a:extLst>
          </p:cNvPr>
          <p:cNvPicPr>
            <a:picLocks noChangeAspect="1"/>
          </p:cNvPicPr>
          <p:nvPr/>
        </p:nvPicPr>
        <p:blipFill>
          <a:blip r:embed="rId3"/>
          <a:stretch>
            <a:fillRect/>
          </a:stretch>
        </p:blipFill>
        <p:spPr>
          <a:xfrm>
            <a:off x="-2523118" y="2618629"/>
            <a:ext cx="14734144" cy="4681186"/>
          </a:xfrm>
          <a:prstGeom prst="rect">
            <a:avLst/>
          </a:prstGeom>
        </p:spPr>
      </p:pic>
      <p:pic>
        <p:nvPicPr>
          <p:cNvPr id="4" name="Picture 3">
            <a:extLst>
              <a:ext uri="{FF2B5EF4-FFF2-40B4-BE49-F238E27FC236}">
                <a16:creationId xmlns:a16="http://schemas.microsoft.com/office/drawing/2014/main" id="{30994138-1DD8-5123-AFF4-5F2578A53627}"/>
              </a:ext>
            </a:extLst>
          </p:cNvPr>
          <p:cNvPicPr>
            <a:picLocks noChangeAspect="1"/>
          </p:cNvPicPr>
          <p:nvPr/>
        </p:nvPicPr>
        <p:blipFill>
          <a:blip r:embed="rId2"/>
          <a:stretch>
            <a:fillRect/>
          </a:stretch>
        </p:blipFill>
        <p:spPr>
          <a:xfrm>
            <a:off x="-2559274" y="-42520"/>
            <a:ext cx="14770300" cy="5411938"/>
          </a:xfrm>
          <a:prstGeom prst="rect">
            <a:avLst/>
          </a:prstGeom>
        </p:spPr>
      </p:pic>
      <p:sp>
        <p:nvSpPr>
          <p:cNvPr id="6" name="Rectangle 5">
            <a:extLst>
              <a:ext uri="{FF2B5EF4-FFF2-40B4-BE49-F238E27FC236}">
                <a16:creationId xmlns:a16="http://schemas.microsoft.com/office/drawing/2014/main" id="{A13275A8-3318-22C5-916B-B693DBD8DBE5}"/>
              </a:ext>
            </a:extLst>
          </p:cNvPr>
          <p:cNvSpPr/>
          <p:nvPr/>
        </p:nvSpPr>
        <p:spPr>
          <a:xfrm>
            <a:off x="838200" y="678676"/>
            <a:ext cx="4019550" cy="668862"/>
          </a:xfrm>
          <a:prstGeom prst="rect">
            <a:avLst/>
          </a:prstGeom>
          <a:solidFill>
            <a:srgbClr val="FFFFFF">
              <a:alpha val="7490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7B7490-6A81-FBFF-C96E-55E6EECEF10F}"/>
              </a:ext>
            </a:extLst>
          </p:cNvPr>
          <p:cNvSpPr>
            <a:spLocks noGrp="1"/>
          </p:cNvSpPr>
          <p:nvPr>
            <p:ph type="title"/>
          </p:nvPr>
        </p:nvSpPr>
        <p:spPr/>
        <p:txBody>
          <a:bodyPr/>
          <a:lstStyle/>
          <a:p>
            <a:r>
              <a:rPr lang="en-US" dirty="0"/>
              <a:t>New Huntington</a:t>
            </a:r>
          </a:p>
        </p:txBody>
      </p:sp>
      <p:pic>
        <p:nvPicPr>
          <p:cNvPr id="21" name="Picture 20">
            <a:extLst>
              <a:ext uri="{FF2B5EF4-FFF2-40B4-BE49-F238E27FC236}">
                <a16:creationId xmlns:a16="http://schemas.microsoft.com/office/drawing/2014/main" id="{E87F1C5E-1BDD-3F7E-3B67-3565034585BE}"/>
              </a:ext>
            </a:extLst>
          </p:cNvPr>
          <p:cNvPicPr>
            <a:picLocks noChangeAspect="1"/>
          </p:cNvPicPr>
          <p:nvPr/>
        </p:nvPicPr>
        <p:blipFill>
          <a:blip r:embed="rId4"/>
          <a:srcRect l="1728" r="10514" b="7359"/>
          <a:stretch>
            <a:fillRect/>
          </a:stretch>
        </p:blipFill>
        <p:spPr>
          <a:xfrm>
            <a:off x="3867174" y="678675"/>
            <a:ext cx="7615003" cy="5500650"/>
          </a:xfrm>
          <a:prstGeom prst="rect">
            <a:avLst/>
          </a:prstGeom>
        </p:spPr>
      </p:pic>
      <p:sp>
        <p:nvSpPr>
          <p:cNvPr id="9" name="Content Placeholder 8">
            <a:extLst>
              <a:ext uri="{FF2B5EF4-FFF2-40B4-BE49-F238E27FC236}">
                <a16:creationId xmlns:a16="http://schemas.microsoft.com/office/drawing/2014/main" id="{98FA652A-83D0-3982-D76D-2409FD9B17C9}"/>
              </a:ext>
            </a:extLst>
          </p:cNvPr>
          <p:cNvSpPr>
            <a:spLocks noGrp="1"/>
          </p:cNvSpPr>
          <p:nvPr>
            <p:ph idx="1"/>
          </p:nvPr>
        </p:nvSpPr>
        <p:spPr>
          <a:xfrm>
            <a:off x="838200" y="1825625"/>
            <a:ext cx="2819400" cy="4351338"/>
          </a:xfrm>
        </p:spPr>
        <p:txBody>
          <a:bodyPr>
            <a:normAutofit/>
          </a:bodyPr>
          <a:lstStyle/>
          <a:p>
            <a:r>
              <a:rPr lang="en-US" sz="3200" dirty="0">
                <a:solidFill>
                  <a:schemeClr val="bg1"/>
                </a:solidFill>
              </a:rPr>
              <a:t>Water</a:t>
            </a:r>
          </a:p>
          <a:p>
            <a:r>
              <a:rPr lang="en-US" sz="3200" dirty="0">
                <a:solidFill>
                  <a:schemeClr val="bg1"/>
                </a:solidFill>
              </a:rPr>
              <a:t>Temperature</a:t>
            </a:r>
          </a:p>
          <a:p>
            <a:r>
              <a:rPr lang="en-US" sz="3200" dirty="0">
                <a:solidFill>
                  <a:schemeClr val="bg1"/>
                </a:solidFill>
              </a:rPr>
              <a:t>Farmland</a:t>
            </a:r>
          </a:p>
        </p:txBody>
      </p:sp>
    </p:spTree>
    <p:extLst>
      <p:ext uri="{BB962C8B-B14F-4D97-AF65-F5344CB8AC3E}">
        <p14:creationId xmlns:p14="http://schemas.microsoft.com/office/powerpoint/2010/main" val="1825485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5E7F5-E20E-A6D2-7A16-16227CB1D95E}"/>
              </a:ext>
            </a:extLst>
          </p:cNvPr>
          <p:cNvSpPr>
            <a:spLocks noGrp="1"/>
          </p:cNvSpPr>
          <p:nvPr>
            <p:ph type="title"/>
          </p:nvPr>
        </p:nvSpPr>
        <p:spPr/>
        <p:txBody>
          <a:bodyPr/>
          <a:lstStyle/>
          <a:p>
            <a:r>
              <a:rPr lang="en-US" dirty="0"/>
              <a:t>Territory</a:t>
            </a:r>
          </a:p>
        </p:txBody>
      </p:sp>
      <p:sp>
        <p:nvSpPr>
          <p:cNvPr id="3" name="Content Placeholder 2">
            <a:extLst>
              <a:ext uri="{FF2B5EF4-FFF2-40B4-BE49-F238E27FC236}">
                <a16:creationId xmlns:a16="http://schemas.microsoft.com/office/drawing/2014/main" id="{7AB28CED-C0A0-AEDF-729E-813BA89AE65C}"/>
              </a:ext>
            </a:extLst>
          </p:cNvPr>
          <p:cNvSpPr>
            <a:spLocks noGrp="1"/>
          </p:cNvSpPr>
          <p:nvPr>
            <p:ph idx="1"/>
          </p:nvPr>
        </p:nvSpPr>
        <p:spPr/>
        <p:txBody>
          <a:bodyPr/>
          <a:lstStyle/>
          <a:p>
            <a:r>
              <a:rPr lang="en-US" dirty="0"/>
              <a:t>Plains</a:t>
            </a:r>
          </a:p>
          <a:p>
            <a:r>
              <a:rPr lang="en-US" dirty="0"/>
              <a:t>Rivers</a:t>
            </a:r>
          </a:p>
          <a:p>
            <a:r>
              <a:rPr lang="en-US" dirty="0"/>
              <a:t>Ideal for farming</a:t>
            </a:r>
          </a:p>
        </p:txBody>
      </p:sp>
    </p:spTree>
    <p:extLst>
      <p:ext uri="{BB962C8B-B14F-4D97-AF65-F5344CB8AC3E}">
        <p14:creationId xmlns:p14="http://schemas.microsoft.com/office/powerpoint/2010/main" val="2214111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7743A-1107-87AF-FA01-2A1C3131F47F}"/>
              </a:ext>
            </a:extLst>
          </p:cNvPr>
          <p:cNvSpPr>
            <a:spLocks noGrp="1"/>
          </p:cNvSpPr>
          <p:nvPr>
            <p:ph type="title"/>
          </p:nvPr>
        </p:nvSpPr>
        <p:spPr>
          <a:xfrm>
            <a:off x="838200" y="2766218"/>
            <a:ext cx="10515600" cy="1325563"/>
          </a:xfrm>
        </p:spPr>
        <p:txBody>
          <a:bodyPr>
            <a:normAutofit/>
          </a:bodyPr>
          <a:lstStyle/>
          <a:p>
            <a:pPr algn="ctr"/>
            <a:r>
              <a:rPr lang="en-US" sz="8000" b="1" dirty="0"/>
              <a:t>Weather</a:t>
            </a:r>
          </a:p>
        </p:txBody>
      </p:sp>
    </p:spTree>
    <p:extLst>
      <p:ext uri="{BB962C8B-B14F-4D97-AF65-F5344CB8AC3E}">
        <p14:creationId xmlns:p14="http://schemas.microsoft.com/office/powerpoint/2010/main" val="2092888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5CD68-30CD-AA44-490E-1A309BE7D6B9}"/>
              </a:ext>
            </a:extLst>
          </p:cNvPr>
          <p:cNvSpPr>
            <a:spLocks noGrp="1"/>
          </p:cNvSpPr>
          <p:nvPr>
            <p:ph type="title"/>
          </p:nvPr>
        </p:nvSpPr>
        <p:spPr/>
        <p:txBody>
          <a:bodyPr/>
          <a:lstStyle/>
          <a:p>
            <a:r>
              <a:rPr lang="en-US" dirty="0"/>
              <a:t>Spring</a:t>
            </a:r>
          </a:p>
        </p:txBody>
      </p:sp>
      <p:sp>
        <p:nvSpPr>
          <p:cNvPr id="3" name="Content Placeholder 2">
            <a:extLst>
              <a:ext uri="{FF2B5EF4-FFF2-40B4-BE49-F238E27FC236}">
                <a16:creationId xmlns:a16="http://schemas.microsoft.com/office/drawing/2014/main" id="{01F8FA7B-FF2E-9E62-B345-68E7B46BF594}"/>
              </a:ext>
            </a:extLst>
          </p:cNvPr>
          <p:cNvSpPr>
            <a:spLocks noGrp="1"/>
          </p:cNvSpPr>
          <p:nvPr>
            <p:ph idx="1"/>
          </p:nvPr>
        </p:nvSpPr>
        <p:spPr>
          <a:xfrm>
            <a:off x="838200" y="5313202"/>
            <a:ext cx="10515600" cy="1072558"/>
          </a:xfrm>
        </p:spPr>
        <p:txBody>
          <a:bodyPr/>
          <a:lstStyle/>
          <a:p>
            <a:pPr marL="0" indent="0" algn="r">
              <a:buNone/>
            </a:pPr>
            <a:r>
              <a:rPr lang="en-US" dirty="0"/>
              <a:t>Day time:	70°F – 80°F</a:t>
            </a:r>
          </a:p>
          <a:p>
            <a:pPr marL="0" indent="0" algn="r">
              <a:buNone/>
            </a:pPr>
            <a:r>
              <a:rPr lang="en-US" dirty="0"/>
              <a:t>Night time:	50°F – 60°F</a:t>
            </a:r>
          </a:p>
        </p:txBody>
      </p:sp>
      <p:sp>
        <p:nvSpPr>
          <p:cNvPr id="4" name="Content Placeholder 2">
            <a:extLst>
              <a:ext uri="{FF2B5EF4-FFF2-40B4-BE49-F238E27FC236}">
                <a16:creationId xmlns:a16="http://schemas.microsoft.com/office/drawing/2014/main" id="{B955DFC9-5BF4-3DA2-7E0F-871720604BE7}"/>
              </a:ext>
            </a:extLst>
          </p:cNvPr>
          <p:cNvSpPr txBox="1">
            <a:spLocks/>
          </p:cNvSpPr>
          <p:nvPr/>
        </p:nvSpPr>
        <p:spPr>
          <a:xfrm>
            <a:off x="838200" y="1498036"/>
            <a:ext cx="10515600" cy="1072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Sunny</a:t>
            </a:r>
          </a:p>
          <a:p>
            <a:pPr>
              <a:buFontTx/>
              <a:buChar char="-"/>
            </a:pPr>
            <a:r>
              <a:rPr lang="en-US" dirty="0"/>
              <a:t>Sometimes rainfalls</a:t>
            </a:r>
          </a:p>
        </p:txBody>
      </p:sp>
    </p:spTree>
    <p:extLst>
      <p:ext uri="{BB962C8B-B14F-4D97-AF65-F5344CB8AC3E}">
        <p14:creationId xmlns:p14="http://schemas.microsoft.com/office/powerpoint/2010/main" val="3421009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CD4A2-90D5-A6BE-910E-64BBFECCC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2CFFD9-09B3-43A1-09BD-1B2F1876E650}"/>
              </a:ext>
            </a:extLst>
          </p:cNvPr>
          <p:cNvSpPr>
            <a:spLocks noGrp="1"/>
          </p:cNvSpPr>
          <p:nvPr>
            <p:ph type="title"/>
          </p:nvPr>
        </p:nvSpPr>
        <p:spPr/>
        <p:txBody>
          <a:bodyPr/>
          <a:lstStyle/>
          <a:p>
            <a:r>
              <a:rPr lang="en-US" dirty="0"/>
              <a:t>Summer</a:t>
            </a:r>
          </a:p>
        </p:txBody>
      </p:sp>
      <p:sp>
        <p:nvSpPr>
          <p:cNvPr id="3" name="Content Placeholder 2">
            <a:extLst>
              <a:ext uri="{FF2B5EF4-FFF2-40B4-BE49-F238E27FC236}">
                <a16:creationId xmlns:a16="http://schemas.microsoft.com/office/drawing/2014/main" id="{F63057F1-E752-C51C-BC9E-F1DB4D37ECDE}"/>
              </a:ext>
            </a:extLst>
          </p:cNvPr>
          <p:cNvSpPr>
            <a:spLocks noGrp="1"/>
          </p:cNvSpPr>
          <p:nvPr>
            <p:ph idx="1"/>
          </p:nvPr>
        </p:nvSpPr>
        <p:spPr>
          <a:xfrm>
            <a:off x="838200" y="5313202"/>
            <a:ext cx="10515600" cy="1072558"/>
          </a:xfrm>
        </p:spPr>
        <p:txBody>
          <a:bodyPr/>
          <a:lstStyle/>
          <a:p>
            <a:pPr marL="0" indent="0" algn="r">
              <a:buNone/>
            </a:pPr>
            <a:r>
              <a:rPr lang="en-US" dirty="0"/>
              <a:t>Day time:	90°F – 95°F</a:t>
            </a:r>
          </a:p>
          <a:p>
            <a:pPr marL="0" indent="0" algn="r">
              <a:buNone/>
            </a:pPr>
            <a:r>
              <a:rPr lang="en-US" dirty="0"/>
              <a:t>Night time:	90°F – 95°F</a:t>
            </a:r>
          </a:p>
        </p:txBody>
      </p:sp>
      <p:sp>
        <p:nvSpPr>
          <p:cNvPr id="4" name="Content Placeholder 2">
            <a:extLst>
              <a:ext uri="{FF2B5EF4-FFF2-40B4-BE49-F238E27FC236}">
                <a16:creationId xmlns:a16="http://schemas.microsoft.com/office/drawing/2014/main" id="{EDF9B84C-2F9B-E66A-4A05-679BC37D5BC9}"/>
              </a:ext>
            </a:extLst>
          </p:cNvPr>
          <p:cNvSpPr txBox="1">
            <a:spLocks/>
          </p:cNvSpPr>
          <p:nvPr/>
        </p:nvSpPr>
        <p:spPr>
          <a:xfrm>
            <a:off x="838200" y="1498036"/>
            <a:ext cx="10515600" cy="1072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Sunny</a:t>
            </a:r>
          </a:p>
          <a:p>
            <a:pPr>
              <a:buFontTx/>
              <a:buChar char="-"/>
            </a:pPr>
            <a:r>
              <a:rPr lang="en-US" dirty="0"/>
              <a:t>Possibility of hurricanes</a:t>
            </a:r>
          </a:p>
        </p:txBody>
      </p:sp>
    </p:spTree>
    <p:extLst>
      <p:ext uri="{BB962C8B-B14F-4D97-AF65-F5344CB8AC3E}">
        <p14:creationId xmlns:p14="http://schemas.microsoft.com/office/powerpoint/2010/main" val="29685767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34F25-3464-8D2B-27BA-8B61DEDE8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838F1F-6E9F-E139-BD69-71931F169618}"/>
              </a:ext>
            </a:extLst>
          </p:cNvPr>
          <p:cNvSpPr>
            <a:spLocks noGrp="1"/>
          </p:cNvSpPr>
          <p:nvPr>
            <p:ph type="title"/>
          </p:nvPr>
        </p:nvSpPr>
        <p:spPr/>
        <p:txBody>
          <a:bodyPr/>
          <a:lstStyle/>
          <a:p>
            <a:r>
              <a:rPr lang="en-US" dirty="0"/>
              <a:t>Autumn</a:t>
            </a:r>
          </a:p>
        </p:txBody>
      </p:sp>
      <p:sp>
        <p:nvSpPr>
          <p:cNvPr id="3" name="Content Placeholder 2">
            <a:extLst>
              <a:ext uri="{FF2B5EF4-FFF2-40B4-BE49-F238E27FC236}">
                <a16:creationId xmlns:a16="http://schemas.microsoft.com/office/drawing/2014/main" id="{D2513F0A-2FCF-FDBF-279A-4CAD4A0A2B94}"/>
              </a:ext>
            </a:extLst>
          </p:cNvPr>
          <p:cNvSpPr>
            <a:spLocks noGrp="1"/>
          </p:cNvSpPr>
          <p:nvPr>
            <p:ph idx="1"/>
          </p:nvPr>
        </p:nvSpPr>
        <p:spPr>
          <a:xfrm>
            <a:off x="838200" y="5856101"/>
            <a:ext cx="10515600" cy="529659"/>
          </a:xfrm>
        </p:spPr>
        <p:txBody>
          <a:bodyPr/>
          <a:lstStyle/>
          <a:p>
            <a:pPr marL="0" indent="0" algn="r">
              <a:buNone/>
            </a:pPr>
            <a:r>
              <a:rPr lang="en-US" dirty="0"/>
              <a:t>Slowly decreasing from 75°F</a:t>
            </a:r>
          </a:p>
        </p:txBody>
      </p:sp>
      <p:sp>
        <p:nvSpPr>
          <p:cNvPr id="4" name="Content Placeholder 2">
            <a:extLst>
              <a:ext uri="{FF2B5EF4-FFF2-40B4-BE49-F238E27FC236}">
                <a16:creationId xmlns:a16="http://schemas.microsoft.com/office/drawing/2014/main" id="{36245C32-03ED-91F1-7603-E6AAB9180B2B}"/>
              </a:ext>
            </a:extLst>
          </p:cNvPr>
          <p:cNvSpPr txBox="1">
            <a:spLocks/>
          </p:cNvSpPr>
          <p:nvPr/>
        </p:nvSpPr>
        <p:spPr>
          <a:xfrm>
            <a:off x="838200" y="1498036"/>
            <a:ext cx="10515600" cy="1072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Sunny</a:t>
            </a:r>
          </a:p>
          <a:p>
            <a:pPr>
              <a:buFontTx/>
              <a:buChar char="-"/>
            </a:pPr>
            <a:r>
              <a:rPr lang="en-US" dirty="0"/>
              <a:t>Rainy</a:t>
            </a:r>
          </a:p>
        </p:txBody>
      </p:sp>
    </p:spTree>
    <p:extLst>
      <p:ext uri="{BB962C8B-B14F-4D97-AF65-F5344CB8AC3E}">
        <p14:creationId xmlns:p14="http://schemas.microsoft.com/office/powerpoint/2010/main" val="2728630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42099-B63D-BA47-545E-9D86A30620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35F1A7-B9D5-3409-88FA-BB11D35444CE}"/>
              </a:ext>
            </a:extLst>
          </p:cNvPr>
          <p:cNvSpPr>
            <a:spLocks noGrp="1"/>
          </p:cNvSpPr>
          <p:nvPr>
            <p:ph type="title"/>
          </p:nvPr>
        </p:nvSpPr>
        <p:spPr/>
        <p:txBody>
          <a:bodyPr/>
          <a:lstStyle/>
          <a:p>
            <a:r>
              <a:rPr lang="en-US" dirty="0"/>
              <a:t>Winter</a:t>
            </a:r>
          </a:p>
        </p:txBody>
      </p:sp>
      <p:sp>
        <p:nvSpPr>
          <p:cNvPr id="3" name="Content Placeholder 2">
            <a:extLst>
              <a:ext uri="{FF2B5EF4-FFF2-40B4-BE49-F238E27FC236}">
                <a16:creationId xmlns:a16="http://schemas.microsoft.com/office/drawing/2014/main" id="{17FBA5BD-CA06-B9E1-8582-54B7EE3DC78C}"/>
              </a:ext>
            </a:extLst>
          </p:cNvPr>
          <p:cNvSpPr>
            <a:spLocks noGrp="1"/>
          </p:cNvSpPr>
          <p:nvPr>
            <p:ph idx="1"/>
          </p:nvPr>
        </p:nvSpPr>
        <p:spPr>
          <a:xfrm>
            <a:off x="838200" y="5313202"/>
            <a:ext cx="10515600" cy="1072558"/>
          </a:xfrm>
        </p:spPr>
        <p:txBody>
          <a:bodyPr/>
          <a:lstStyle/>
          <a:p>
            <a:pPr marL="0" indent="0" algn="r">
              <a:buNone/>
            </a:pPr>
            <a:r>
              <a:rPr lang="en-US" dirty="0"/>
              <a:t>Day time:	60°F</a:t>
            </a:r>
          </a:p>
          <a:p>
            <a:pPr marL="0" indent="0" algn="r">
              <a:buNone/>
            </a:pPr>
            <a:r>
              <a:rPr lang="en-US" dirty="0"/>
              <a:t>Night time:	40°F</a:t>
            </a:r>
          </a:p>
        </p:txBody>
      </p:sp>
      <p:sp>
        <p:nvSpPr>
          <p:cNvPr id="4" name="Content Placeholder 2">
            <a:extLst>
              <a:ext uri="{FF2B5EF4-FFF2-40B4-BE49-F238E27FC236}">
                <a16:creationId xmlns:a16="http://schemas.microsoft.com/office/drawing/2014/main" id="{8EF13B7C-A4A7-11D2-4BC5-6C842DB9DAF8}"/>
              </a:ext>
            </a:extLst>
          </p:cNvPr>
          <p:cNvSpPr txBox="1">
            <a:spLocks/>
          </p:cNvSpPr>
          <p:nvPr/>
        </p:nvSpPr>
        <p:spPr>
          <a:xfrm>
            <a:off x="838200" y="1498036"/>
            <a:ext cx="10515600" cy="1072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Rainy</a:t>
            </a:r>
          </a:p>
          <a:p>
            <a:pPr>
              <a:buFontTx/>
              <a:buChar char="-"/>
            </a:pPr>
            <a:r>
              <a:rPr lang="en-US" dirty="0"/>
              <a:t>Heavy rains</a:t>
            </a:r>
          </a:p>
        </p:txBody>
      </p:sp>
    </p:spTree>
    <p:extLst>
      <p:ext uri="{BB962C8B-B14F-4D97-AF65-F5344CB8AC3E}">
        <p14:creationId xmlns:p14="http://schemas.microsoft.com/office/powerpoint/2010/main" val="297931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2523C-0416-B9F2-6626-3E77DA24F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54CE38-8BCF-A45B-A4F8-BD10C2AF85E6}"/>
              </a:ext>
            </a:extLst>
          </p:cNvPr>
          <p:cNvSpPr>
            <a:spLocks noGrp="1"/>
          </p:cNvSpPr>
          <p:nvPr>
            <p:ph type="title"/>
          </p:nvPr>
        </p:nvSpPr>
        <p:spPr>
          <a:xfrm>
            <a:off x="838200" y="2766218"/>
            <a:ext cx="10515600" cy="1325563"/>
          </a:xfrm>
        </p:spPr>
        <p:txBody>
          <a:bodyPr>
            <a:normAutofit/>
          </a:bodyPr>
          <a:lstStyle/>
          <a:p>
            <a:pPr algn="ctr"/>
            <a:r>
              <a:rPr lang="en-US" sz="8000" b="1" dirty="0"/>
              <a:t>Tribes</a:t>
            </a:r>
          </a:p>
        </p:txBody>
      </p:sp>
    </p:spTree>
    <p:extLst>
      <p:ext uri="{BB962C8B-B14F-4D97-AF65-F5344CB8AC3E}">
        <p14:creationId xmlns:p14="http://schemas.microsoft.com/office/powerpoint/2010/main" val="413680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9DAE9-8D3C-DD65-8EEB-DBB9FFA8CB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1FF5CB-816B-2502-357B-82598ADF3B39}"/>
              </a:ext>
            </a:extLst>
          </p:cNvPr>
          <p:cNvSpPr>
            <a:spLocks noGrp="1"/>
          </p:cNvSpPr>
          <p:nvPr>
            <p:ph type="title"/>
          </p:nvPr>
        </p:nvSpPr>
        <p:spPr/>
        <p:txBody>
          <a:bodyPr/>
          <a:lstStyle/>
          <a:p>
            <a:r>
              <a:rPr lang="en-US" dirty="0"/>
              <a:t>Caddo people</a:t>
            </a:r>
          </a:p>
        </p:txBody>
      </p:sp>
      <p:sp>
        <p:nvSpPr>
          <p:cNvPr id="4" name="Content Placeholder 2">
            <a:extLst>
              <a:ext uri="{FF2B5EF4-FFF2-40B4-BE49-F238E27FC236}">
                <a16:creationId xmlns:a16="http://schemas.microsoft.com/office/drawing/2014/main" id="{8AE9D03F-5802-074D-78A3-504B54248BFB}"/>
              </a:ext>
            </a:extLst>
          </p:cNvPr>
          <p:cNvSpPr txBox="1">
            <a:spLocks/>
          </p:cNvSpPr>
          <p:nvPr/>
        </p:nvSpPr>
        <p:spPr>
          <a:xfrm>
            <a:off x="838200" y="1498036"/>
            <a:ext cx="10515600" cy="511974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Northwestern</a:t>
            </a:r>
          </a:p>
          <a:p>
            <a:pPr>
              <a:buFontTx/>
              <a:buChar char="-"/>
            </a:pPr>
            <a:r>
              <a:rPr lang="en-US" dirty="0"/>
              <a:t>Farming, pottery, trade, political systems</a:t>
            </a:r>
          </a:p>
          <a:p>
            <a:pPr>
              <a:buFontTx/>
              <a:buChar char="-"/>
            </a:pPr>
            <a:r>
              <a:rPr lang="en-US" dirty="0"/>
              <a:t>Permanent villages</a:t>
            </a:r>
          </a:p>
          <a:p>
            <a:pPr>
              <a:buFontTx/>
              <a:buChar char="-"/>
            </a:pPr>
            <a:r>
              <a:rPr lang="en-US" dirty="0"/>
              <a:t>Corn, beans, squash</a:t>
            </a:r>
          </a:p>
          <a:p>
            <a:pPr>
              <a:buFontTx/>
              <a:buChar char="-"/>
            </a:pPr>
            <a:r>
              <a:rPr lang="en-US" dirty="0"/>
              <a:t>Hunting, fishing</a:t>
            </a:r>
          </a:p>
        </p:txBody>
      </p:sp>
    </p:spTree>
    <p:extLst>
      <p:ext uri="{BB962C8B-B14F-4D97-AF65-F5344CB8AC3E}">
        <p14:creationId xmlns:p14="http://schemas.microsoft.com/office/powerpoint/2010/main" val="1400375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254AC2-EE69-C416-E675-F195A3C9D9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9E591C-208E-E306-83EA-8CED680C9EBC}"/>
              </a:ext>
            </a:extLst>
          </p:cNvPr>
          <p:cNvSpPr>
            <a:spLocks noGrp="1"/>
          </p:cNvSpPr>
          <p:nvPr>
            <p:ph type="title"/>
          </p:nvPr>
        </p:nvSpPr>
        <p:spPr/>
        <p:txBody>
          <a:bodyPr/>
          <a:lstStyle/>
          <a:p>
            <a:r>
              <a:rPr lang="en-US" dirty="0"/>
              <a:t>Natchez</a:t>
            </a:r>
          </a:p>
        </p:txBody>
      </p:sp>
      <p:sp>
        <p:nvSpPr>
          <p:cNvPr id="4" name="Content Placeholder 2">
            <a:extLst>
              <a:ext uri="{FF2B5EF4-FFF2-40B4-BE49-F238E27FC236}">
                <a16:creationId xmlns:a16="http://schemas.microsoft.com/office/drawing/2014/main" id="{550DD3F7-D2B2-2528-82D4-86DF826AFD05}"/>
              </a:ext>
            </a:extLst>
          </p:cNvPr>
          <p:cNvSpPr txBox="1">
            <a:spLocks/>
          </p:cNvSpPr>
          <p:nvPr/>
        </p:nvSpPr>
        <p:spPr>
          <a:xfrm>
            <a:off x="838200" y="1498035"/>
            <a:ext cx="10515600" cy="242303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Mississippi river</a:t>
            </a:r>
          </a:p>
          <a:p>
            <a:pPr>
              <a:buFontTx/>
              <a:buChar char="-"/>
            </a:pPr>
            <a:r>
              <a:rPr lang="en-US" dirty="0"/>
              <a:t>Permanent settlements</a:t>
            </a:r>
          </a:p>
          <a:p>
            <a:pPr>
              <a:buFontTx/>
              <a:buChar char="-"/>
            </a:pPr>
            <a:r>
              <a:rPr lang="en-US" dirty="0"/>
              <a:t>Complex social hierarchy</a:t>
            </a:r>
          </a:p>
          <a:p>
            <a:pPr>
              <a:buFontTx/>
              <a:buChar char="-"/>
            </a:pPr>
            <a:r>
              <a:rPr lang="en-US" dirty="0"/>
              <a:t>Trade &amp; diplomacy with Europeans</a:t>
            </a:r>
          </a:p>
          <a:p>
            <a:pPr>
              <a:buFontTx/>
              <a:buChar char="-"/>
            </a:pPr>
            <a:endParaRPr lang="en-US" dirty="0"/>
          </a:p>
        </p:txBody>
      </p:sp>
    </p:spTree>
    <p:extLst>
      <p:ext uri="{BB962C8B-B14F-4D97-AF65-F5344CB8AC3E}">
        <p14:creationId xmlns:p14="http://schemas.microsoft.com/office/powerpoint/2010/main" val="1120686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751DC-A37F-7E4E-CDAC-50DF13E65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75E866-F990-3C86-E1BF-5DE9E763525C}"/>
              </a:ext>
            </a:extLst>
          </p:cNvPr>
          <p:cNvSpPr>
            <a:spLocks noGrp="1"/>
          </p:cNvSpPr>
          <p:nvPr>
            <p:ph type="title"/>
          </p:nvPr>
        </p:nvSpPr>
        <p:spPr/>
        <p:txBody>
          <a:bodyPr/>
          <a:lstStyle/>
          <a:p>
            <a:r>
              <a:rPr lang="en-US" dirty="0"/>
              <a:t>Chitimacha</a:t>
            </a:r>
          </a:p>
        </p:txBody>
      </p:sp>
      <p:sp>
        <p:nvSpPr>
          <p:cNvPr id="4" name="Content Placeholder 2">
            <a:extLst>
              <a:ext uri="{FF2B5EF4-FFF2-40B4-BE49-F238E27FC236}">
                <a16:creationId xmlns:a16="http://schemas.microsoft.com/office/drawing/2014/main" id="{7F2D3AA5-CCCF-F966-3F00-62283537A3E4}"/>
              </a:ext>
            </a:extLst>
          </p:cNvPr>
          <p:cNvSpPr txBox="1">
            <a:spLocks/>
          </p:cNvSpPr>
          <p:nvPr/>
        </p:nvSpPr>
        <p:spPr>
          <a:xfrm>
            <a:off x="838200" y="1498036"/>
            <a:ext cx="10515600" cy="1072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Southern</a:t>
            </a:r>
          </a:p>
          <a:p>
            <a:pPr>
              <a:buFontTx/>
              <a:buChar char="-"/>
            </a:pPr>
            <a:r>
              <a:rPr lang="en-US" dirty="0"/>
              <a:t>Regional trade</a:t>
            </a:r>
          </a:p>
        </p:txBody>
      </p:sp>
    </p:spTree>
    <p:extLst>
      <p:ext uri="{BB962C8B-B14F-4D97-AF65-F5344CB8AC3E}">
        <p14:creationId xmlns:p14="http://schemas.microsoft.com/office/powerpoint/2010/main" val="18177817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13654-F451-3336-5FB4-15472109A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3A05E8-1F26-A318-FD3C-85349E7BBA02}"/>
              </a:ext>
            </a:extLst>
          </p:cNvPr>
          <p:cNvSpPr>
            <a:spLocks noGrp="1"/>
          </p:cNvSpPr>
          <p:nvPr>
            <p:ph type="title"/>
          </p:nvPr>
        </p:nvSpPr>
        <p:spPr/>
        <p:txBody>
          <a:bodyPr/>
          <a:lstStyle/>
          <a:p>
            <a:r>
              <a:rPr lang="en-US" dirty="0" err="1"/>
              <a:t>Bayagoula</a:t>
            </a:r>
            <a:endParaRPr lang="en-US" dirty="0"/>
          </a:p>
        </p:txBody>
      </p:sp>
      <p:sp>
        <p:nvSpPr>
          <p:cNvPr id="4" name="Content Placeholder 2">
            <a:extLst>
              <a:ext uri="{FF2B5EF4-FFF2-40B4-BE49-F238E27FC236}">
                <a16:creationId xmlns:a16="http://schemas.microsoft.com/office/drawing/2014/main" id="{7C58E44B-9A33-DAC6-06DA-E30BE7607712}"/>
              </a:ext>
            </a:extLst>
          </p:cNvPr>
          <p:cNvSpPr txBox="1">
            <a:spLocks/>
          </p:cNvSpPr>
          <p:nvPr/>
        </p:nvSpPr>
        <p:spPr>
          <a:xfrm>
            <a:off x="838200" y="1498036"/>
            <a:ext cx="10515600" cy="1072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Lower Mississippi river</a:t>
            </a:r>
          </a:p>
          <a:p>
            <a:pPr>
              <a:buFontTx/>
              <a:buChar char="-"/>
            </a:pPr>
            <a:r>
              <a:rPr lang="en-US" dirty="0"/>
              <a:t>Southeastern</a:t>
            </a:r>
          </a:p>
        </p:txBody>
      </p:sp>
    </p:spTree>
    <p:extLst>
      <p:ext uri="{BB962C8B-B14F-4D97-AF65-F5344CB8AC3E}">
        <p14:creationId xmlns:p14="http://schemas.microsoft.com/office/powerpoint/2010/main" val="42587914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DBB13-9799-4984-D3F5-B759CA2452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64531D-4458-C799-9CDF-2CFEA32CBC9C}"/>
              </a:ext>
            </a:extLst>
          </p:cNvPr>
          <p:cNvSpPr>
            <a:spLocks noGrp="1"/>
          </p:cNvSpPr>
          <p:nvPr>
            <p:ph type="title"/>
          </p:nvPr>
        </p:nvSpPr>
        <p:spPr/>
        <p:txBody>
          <a:bodyPr/>
          <a:lstStyle/>
          <a:p>
            <a:r>
              <a:rPr lang="en-US" dirty="0"/>
              <a:t>Taensa</a:t>
            </a:r>
          </a:p>
        </p:txBody>
      </p:sp>
      <p:sp>
        <p:nvSpPr>
          <p:cNvPr id="4" name="Content Placeholder 2">
            <a:extLst>
              <a:ext uri="{FF2B5EF4-FFF2-40B4-BE49-F238E27FC236}">
                <a16:creationId xmlns:a16="http://schemas.microsoft.com/office/drawing/2014/main" id="{E72926ED-4D45-435C-4A04-D85A81DC2144}"/>
              </a:ext>
            </a:extLst>
          </p:cNvPr>
          <p:cNvSpPr txBox="1">
            <a:spLocks/>
          </p:cNvSpPr>
          <p:nvPr/>
        </p:nvSpPr>
        <p:spPr>
          <a:xfrm>
            <a:off x="838200" y="1498036"/>
            <a:ext cx="10515600" cy="107255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Lower Mississippi river</a:t>
            </a:r>
          </a:p>
          <a:p>
            <a:pPr>
              <a:buFontTx/>
              <a:buChar char="-"/>
            </a:pPr>
            <a:r>
              <a:rPr lang="en-US" dirty="0"/>
              <a:t>Northeastern</a:t>
            </a:r>
          </a:p>
        </p:txBody>
      </p:sp>
    </p:spTree>
    <p:extLst>
      <p:ext uri="{BB962C8B-B14F-4D97-AF65-F5344CB8AC3E}">
        <p14:creationId xmlns:p14="http://schemas.microsoft.com/office/powerpoint/2010/main" val="31729954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6155B-F5F7-6D96-6459-E0815C695C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00497-1BDB-BE2E-B9C4-DF6FF1C1A9CB}"/>
              </a:ext>
            </a:extLst>
          </p:cNvPr>
          <p:cNvSpPr>
            <a:spLocks noGrp="1"/>
          </p:cNvSpPr>
          <p:nvPr>
            <p:ph type="title"/>
          </p:nvPr>
        </p:nvSpPr>
        <p:spPr/>
        <p:txBody>
          <a:bodyPr/>
          <a:lstStyle/>
          <a:p>
            <a:r>
              <a:rPr lang="en-US" dirty="0"/>
              <a:t>Avoyel</a:t>
            </a:r>
          </a:p>
        </p:txBody>
      </p:sp>
      <p:sp>
        <p:nvSpPr>
          <p:cNvPr id="4" name="Content Placeholder 2">
            <a:extLst>
              <a:ext uri="{FF2B5EF4-FFF2-40B4-BE49-F238E27FC236}">
                <a16:creationId xmlns:a16="http://schemas.microsoft.com/office/drawing/2014/main" id="{03E3316A-48C8-0F4E-F485-9601883349AB}"/>
              </a:ext>
            </a:extLst>
          </p:cNvPr>
          <p:cNvSpPr txBox="1">
            <a:spLocks/>
          </p:cNvSpPr>
          <p:nvPr/>
        </p:nvSpPr>
        <p:spPr>
          <a:xfrm>
            <a:off x="838200" y="1498036"/>
            <a:ext cx="10515600" cy="47167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Central Louisiana</a:t>
            </a:r>
          </a:p>
          <a:p>
            <a:pPr>
              <a:buFontTx/>
              <a:buChar char="-"/>
            </a:pPr>
            <a:r>
              <a:rPr lang="en-US" dirty="0"/>
              <a:t>Agriculture, hunting, fishing</a:t>
            </a:r>
          </a:p>
          <a:p>
            <a:pPr>
              <a:buFontTx/>
              <a:buChar char="-"/>
            </a:pPr>
            <a:r>
              <a:rPr lang="en-US" dirty="0"/>
              <a:t>Regional trade </a:t>
            </a:r>
          </a:p>
        </p:txBody>
      </p:sp>
    </p:spTree>
    <p:extLst>
      <p:ext uri="{BB962C8B-B14F-4D97-AF65-F5344CB8AC3E}">
        <p14:creationId xmlns:p14="http://schemas.microsoft.com/office/powerpoint/2010/main" val="55259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C3007-24DD-E2C7-FE95-4B248126BD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BAABB-4870-A0C2-E953-8F2DBE8F6344}"/>
              </a:ext>
            </a:extLst>
          </p:cNvPr>
          <p:cNvSpPr>
            <a:spLocks noGrp="1"/>
          </p:cNvSpPr>
          <p:nvPr>
            <p:ph type="title"/>
          </p:nvPr>
        </p:nvSpPr>
        <p:spPr/>
        <p:txBody>
          <a:bodyPr/>
          <a:lstStyle/>
          <a:p>
            <a:r>
              <a:rPr lang="en-US" dirty="0"/>
              <a:t>Who are we looking for?</a:t>
            </a:r>
          </a:p>
        </p:txBody>
      </p:sp>
      <p:sp>
        <p:nvSpPr>
          <p:cNvPr id="4" name="Content Placeholder 2">
            <a:extLst>
              <a:ext uri="{FF2B5EF4-FFF2-40B4-BE49-F238E27FC236}">
                <a16:creationId xmlns:a16="http://schemas.microsoft.com/office/drawing/2014/main" id="{1145956F-0C23-39BD-30FE-C17C18EA7DFE}"/>
              </a:ext>
            </a:extLst>
          </p:cNvPr>
          <p:cNvSpPr txBox="1">
            <a:spLocks/>
          </p:cNvSpPr>
          <p:nvPr/>
        </p:nvSpPr>
        <p:spPr>
          <a:xfrm>
            <a:off x="838200" y="1498036"/>
            <a:ext cx="10515600" cy="471678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Farmers</a:t>
            </a:r>
          </a:p>
          <a:p>
            <a:pPr>
              <a:buFontTx/>
              <a:buChar char="-"/>
            </a:pPr>
            <a:r>
              <a:rPr lang="en-US" dirty="0"/>
              <a:t>Sawyers</a:t>
            </a:r>
          </a:p>
          <a:p>
            <a:pPr>
              <a:buFontTx/>
              <a:buChar char="-"/>
            </a:pPr>
            <a:r>
              <a:rPr lang="en-US" dirty="0"/>
              <a:t>Blacksmiths</a:t>
            </a:r>
          </a:p>
          <a:p>
            <a:pPr>
              <a:buFontTx/>
              <a:buChar char="-"/>
            </a:pPr>
            <a:r>
              <a:rPr lang="en-US" dirty="0"/>
              <a:t>Carpenters</a:t>
            </a:r>
          </a:p>
          <a:p>
            <a:pPr>
              <a:buFontTx/>
              <a:buChar char="-"/>
            </a:pPr>
            <a:r>
              <a:rPr lang="en-US" dirty="0"/>
              <a:t>Millwrights</a:t>
            </a:r>
          </a:p>
        </p:txBody>
      </p:sp>
    </p:spTree>
    <p:extLst>
      <p:ext uri="{BB962C8B-B14F-4D97-AF65-F5344CB8AC3E}">
        <p14:creationId xmlns:p14="http://schemas.microsoft.com/office/powerpoint/2010/main" val="2900438530"/>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7C516E-BA0C-6E75-10C8-F180150CE5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75F4B-0611-378F-5417-96EBFD6F4634}"/>
              </a:ext>
            </a:extLst>
          </p:cNvPr>
          <p:cNvSpPr>
            <a:spLocks noGrp="1"/>
          </p:cNvSpPr>
          <p:nvPr>
            <p:ph type="title"/>
          </p:nvPr>
        </p:nvSpPr>
        <p:spPr/>
        <p:txBody>
          <a:bodyPr/>
          <a:lstStyle/>
          <a:p>
            <a:r>
              <a:rPr lang="en-US" dirty="0"/>
              <a:t>Major natural resources</a:t>
            </a:r>
          </a:p>
        </p:txBody>
      </p:sp>
      <p:sp>
        <p:nvSpPr>
          <p:cNvPr id="4" name="Content Placeholder 2">
            <a:extLst>
              <a:ext uri="{FF2B5EF4-FFF2-40B4-BE49-F238E27FC236}">
                <a16:creationId xmlns:a16="http://schemas.microsoft.com/office/drawing/2014/main" id="{651215E8-EA62-CF50-6A33-CDE3724F69A6}"/>
              </a:ext>
            </a:extLst>
          </p:cNvPr>
          <p:cNvSpPr txBox="1">
            <a:spLocks/>
          </p:cNvSpPr>
          <p:nvPr/>
        </p:nvSpPr>
        <p:spPr>
          <a:xfrm>
            <a:off x="838200" y="1498035"/>
            <a:ext cx="10515600" cy="4732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Rich soil</a:t>
            </a:r>
          </a:p>
          <a:p>
            <a:pPr>
              <a:buFontTx/>
              <a:buChar char="-"/>
            </a:pPr>
            <a:r>
              <a:rPr lang="en-US" dirty="0"/>
              <a:t>Pine</a:t>
            </a:r>
          </a:p>
          <a:p>
            <a:pPr>
              <a:buFontTx/>
              <a:buChar char="-"/>
            </a:pPr>
            <a:r>
              <a:rPr lang="en-US" dirty="0"/>
              <a:t>Animal fur</a:t>
            </a:r>
          </a:p>
        </p:txBody>
      </p:sp>
    </p:spTree>
    <p:extLst>
      <p:ext uri="{BB962C8B-B14F-4D97-AF65-F5344CB8AC3E}">
        <p14:creationId xmlns:p14="http://schemas.microsoft.com/office/powerpoint/2010/main" val="2566043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53FF-377D-4CAE-C7F2-E682343C2F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99FF5-30D5-DDE1-8332-62008A9BCD98}"/>
              </a:ext>
            </a:extLst>
          </p:cNvPr>
          <p:cNvSpPr>
            <a:spLocks noGrp="1"/>
          </p:cNvSpPr>
          <p:nvPr>
            <p:ph type="title"/>
          </p:nvPr>
        </p:nvSpPr>
        <p:spPr/>
        <p:txBody>
          <a:bodyPr/>
          <a:lstStyle/>
          <a:p>
            <a:r>
              <a:rPr lang="en-US" dirty="0"/>
              <a:t>Native animals</a:t>
            </a:r>
          </a:p>
        </p:txBody>
      </p:sp>
      <p:sp>
        <p:nvSpPr>
          <p:cNvPr id="4" name="Content Placeholder 2">
            <a:extLst>
              <a:ext uri="{FF2B5EF4-FFF2-40B4-BE49-F238E27FC236}">
                <a16:creationId xmlns:a16="http://schemas.microsoft.com/office/drawing/2014/main" id="{2D75A12C-8C65-F718-A2C1-3639E80B03A3}"/>
              </a:ext>
            </a:extLst>
          </p:cNvPr>
          <p:cNvSpPr txBox="1">
            <a:spLocks/>
          </p:cNvSpPr>
          <p:nvPr/>
        </p:nvSpPr>
        <p:spPr>
          <a:xfrm>
            <a:off x="838200" y="1498035"/>
            <a:ext cx="10515600" cy="4732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Deer</a:t>
            </a:r>
          </a:p>
          <a:p>
            <a:pPr>
              <a:buFontTx/>
              <a:buChar char="-"/>
            </a:pPr>
            <a:r>
              <a:rPr lang="en-US" dirty="0"/>
              <a:t>Black bears</a:t>
            </a:r>
          </a:p>
          <a:p>
            <a:pPr>
              <a:buFontTx/>
              <a:buChar char="-"/>
            </a:pPr>
            <a:r>
              <a:rPr lang="en-US" dirty="0"/>
              <a:t>Wild turkeys</a:t>
            </a:r>
          </a:p>
          <a:p>
            <a:pPr>
              <a:buFontTx/>
              <a:buChar char="-"/>
            </a:pPr>
            <a:r>
              <a:rPr lang="en-US" dirty="0"/>
              <a:t>Fish</a:t>
            </a:r>
          </a:p>
          <a:p>
            <a:pPr>
              <a:buFontTx/>
              <a:buChar char="-"/>
            </a:pPr>
            <a:r>
              <a:rPr lang="en-US" dirty="0"/>
              <a:t>Alligators</a:t>
            </a:r>
          </a:p>
        </p:txBody>
      </p:sp>
    </p:spTree>
    <p:extLst>
      <p:ext uri="{BB962C8B-B14F-4D97-AF65-F5344CB8AC3E}">
        <p14:creationId xmlns:p14="http://schemas.microsoft.com/office/powerpoint/2010/main" val="33419019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8AAB7-2EC8-919A-CD59-F413B7839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EDE081-572A-C3C9-0E57-781266C98278}"/>
              </a:ext>
            </a:extLst>
          </p:cNvPr>
          <p:cNvSpPr>
            <a:spLocks noGrp="1"/>
          </p:cNvSpPr>
          <p:nvPr>
            <p:ph type="title"/>
          </p:nvPr>
        </p:nvSpPr>
        <p:spPr/>
        <p:txBody>
          <a:bodyPr/>
          <a:lstStyle/>
          <a:p>
            <a:r>
              <a:rPr lang="en-US" dirty="0"/>
              <a:t>Native plants</a:t>
            </a:r>
          </a:p>
        </p:txBody>
      </p:sp>
      <p:sp>
        <p:nvSpPr>
          <p:cNvPr id="4" name="Content Placeholder 2">
            <a:extLst>
              <a:ext uri="{FF2B5EF4-FFF2-40B4-BE49-F238E27FC236}">
                <a16:creationId xmlns:a16="http://schemas.microsoft.com/office/drawing/2014/main" id="{72F0E897-0893-0647-CA11-34E5D0C6ED8D}"/>
              </a:ext>
            </a:extLst>
          </p:cNvPr>
          <p:cNvSpPr txBox="1">
            <a:spLocks/>
          </p:cNvSpPr>
          <p:nvPr/>
        </p:nvSpPr>
        <p:spPr>
          <a:xfrm>
            <a:off x="838200" y="1498035"/>
            <a:ext cx="10515600" cy="4732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Oak, pine</a:t>
            </a:r>
          </a:p>
          <a:p>
            <a:pPr>
              <a:buFontTx/>
              <a:buChar char="-"/>
            </a:pPr>
            <a:r>
              <a:rPr lang="en-US" dirty="0"/>
              <a:t>Corn</a:t>
            </a:r>
          </a:p>
          <a:p>
            <a:pPr>
              <a:buFontTx/>
              <a:buChar char="-"/>
            </a:pPr>
            <a:r>
              <a:rPr lang="en-US" dirty="0"/>
              <a:t>Squash</a:t>
            </a:r>
          </a:p>
        </p:txBody>
      </p:sp>
    </p:spTree>
    <p:extLst>
      <p:ext uri="{BB962C8B-B14F-4D97-AF65-F5344CB8AC3E}">
        <p14:creationId xmlns:p14="http://schemas.microsoft.com/office/powerpoint/2010/main" val="14191822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28AF3-3DA6-EAB5-AE15-8997E5507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10FF8-63B5-8A9B-B69D-515D51D70119}"/>
              </a:ext>
            </a:extLst>
          </p:cNvPr>
          <p:cNvSpPr>
            <a:spLocks noGrp="1"/>
          </p:cNvSpPr>
          <p:nvPr>
            <p:ph type="title"/>
          </p:nvPr>
        </p:nvSpPr>
        <p:spPr/>
        <p:txBody>
          <a:bodyPr/>
          <a:lstStyle/>
          <a:p>
            <a:r>
              <a:rPr lang="en-US" dirty="0"/>
              <a:t>Initial settlers</a:t>
            </a:r>
          </a:p>
        </p:txBody>
      </p:sp>
      <p:sp>
        <p:nvSpPr>
          <p:cNvPr id="4" name="Content Placeholder 2">
            <a:extLst>
              <a:ext uri="{FF2B5EF4-FFF2-40B4-BE49-F238E27FC236}">
                <a16:creationId xmlns:a16="http://schemas.microsoft.com/office/drawing/2014/main" id="{BA5574F3-660B-CD40-617A-3D1E40BA0402}"/>
              </a:ext>
            </a:extLst>
          </p:cNvPr>
          <p:cNvSpPr txBox="1">
            <a:spLocks/>
          </p:cNvSpPr>
          <p:nvPr/>
        </p:nvSpPr>
        <p:spPr>
          <a:xfrm>
            <a:off x="838200" y="1498035"/>
            <a:ext cx="10515600" cy="4732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150</a:t>
            </a:r>
          </a:p>
          <a:p>
            <a:pPr>
              <a:buFontTx/>
              <a:buChar char="-"/>
            </a:pPr>
            <a:r>
              <a:rPr lang="en-US" dirty="0"/>
              <a:t>80</a:t>
            </a:r>
          </a:p>
        </p:txBody>
      </p:sp>
    </p:spTree>
    <p:extLst>
      <p:ext uri="{BB962C8B-B14F-4D97-AF65-F5344CB8AC3E}">
        <p14:creationId xmlns:p14="http://schemas.microsoft.com/office/powerpoint/2010/main" val="3195234842"/>
      </p:ext>
    </p:extLst>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CA462F-A4D1-8538-1876-AB2C3EB2D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53893-0AA3-7A0C-9F43-0DB0E9C90A29}"/>
              </a:ext>
            </a:extLst>
          </p:cNvPr>
          <p:cNvSpPr>
            <a:spLocks noGrp="1"/>
          </p:cNvSpPr>
          <p:nvPr>
            <p:ph type="title"/>
          </p:nvPr>
        </p:nvSpPr>
        <p:spPr/>
        <p:txBody>
          <a:bodyPr/>
          <a:lstStyle/>
          <a:p>
            <a:r>
              <a:rPr lang="en-US" dirty="0"/>
              <a:t>How to make profit?</a:t>
            </a:r>
          </a:p>
        </p:txBody>
      </p:sp>
      <p:sp>
        <p:nvSpPr>
          <p:cNvPr id="4" name="Content Placeholder 2">
            <a:extLst>
              <a:ext uri="{FF2B5EF4-FFF2-40B4-BE49-F238E27FC236}">
                <a16:creationId xmlns:a16="http://schemas.microsoft.com/office/drawing/2014/main" id="{49A72AB2-081F-FD99-9F7E-9E5803CE2643}"/>
              </a:ext>
            </a:extLst>
          </p:cNvPr>
          <p:cNvSpPr txBox="1">
            <a:spLocks/>
          </p:cNvSpPr>
          <p:nvPr/>
        </p:nvSpPr>
        <p:spPr>
          <a:xfrm>
            <a:off x="838200" y="1498035"/>
            <a:ext cx="10515600" cy="4732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Trading with tribes</a:t>
            </a:r>
          </a:p>
          <a:p>
            <a:pPr>
              <a:buFontTx/>
              <a:buChar char="-"/>
            </a:pPr>
            <a:r>
              <a:rPr lang="en-US" dirty="0"/>
              <a:t>Export raw materials</a:t>
            </a:r>
          </a:p>
          <a:p>
            <a:pPr>
              <a:buFontTx/>
              <a:buChar char="-"/>
            </a:pPr>
            <a:r>
              <a:rPr lang="en-US" dirty="0"/>
              <a:t>Selling wood</a:t>
            </a:r>
          </a:p>
          <a:p>
            <a:pPr>
              <a:buFontTx/>
              <a:buChar char="-"/>
            </a:pPr>
            <a:r>
              <a:rPr lang="en-US" dirty="0"/>
              <a:t>Selling </a:t>
            </a:r>
            <a:r>
              <a:rPr lang="en-US" dirty="0" err="1"/>
              <a:t>tabacco</a:t>
            </a:r>
            <a:endParaRPr lang="en-US" dirty="0"/>
          </a:p>
        </p:txBody>
      </p:sp>
    </p:spTree>
    <p:extLst>
      <p:ext uri="{BB962C8B-B14F-4D97-AF65-F5344CB8AC3E}">
        <p14:creationId xmlns:p14="http://schemas.microsoft.com/office/powerpoint/2010/main" val="1957186655"/>
      </p:ext>
    </p:extLst>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E6B38-2843-FE44-705B-25FDB386FB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4E367F-44F8-2E96-68A7-DC0B398D0982}"/>
              </a:ext>
            </a:extLst>
          </p:cNvPr>
          <p:cNvSpPr>
            <a:spLocks noGrp="1"/>
          </p:cNvSpPr>
          <p:nvPr>
            <p:ph type="title"/>
          </p:nvPr>
        </p:nvSpPr>
        <p:spPr/>
        <p:txBody>
          <a:bodyPr/>
          <a:lstStyle/>
          <a:p>
            <a:r>
              <a:rPr lang="en-US" dirty="0"/>
              <a:t>How are we attracting new settlers</a:t>
            </a:r>
          </a:p>
        </p:txBody>
      </p:sp>
      <p:sp>
        <p:nvSpPr>
          <p:cNvPr id="4" name="Content Placeholder 2">
            <a:extLst>
              <a:ext uri="{FF2B5EF4-FFF2-40B4-BE49-F238E27FC236}">
                <a16:creationId xmlns:a16="http://schemas.microsoft.com/office/drawing/2014/main" id="{10ABC4CD-A728-32E6-6ADA-09ED9E86027F}"/>
              </a:ext>
            </a:extLst>
          </p:cNvPr>
          <p:cNvSpPr txBox="1">
            <a:spLocks/>
          </p:cNvSpPr>
          <p:nvPr/>
        </p:nvSpPr>
        <p:spPr>
          <a:xfrm>
            <a:off x="838200" y="1498035"/>
            <a:ext cx="10515600" cy="473228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r>
              <a:rPr lang="en-US" dirty="0"/>
              <a:t>Land for working</a:t>
            </a:r>
          </a:p>
          <a:p>
            <a:pPr>
              <a:buFontTx/>
              <a:buChar char="-"/>
            </a:pPr>
            <a:r>
              <a:rPr lang="en-US" dirty="0"/>
              <a:t>Possible to vote</a:t>
            </a:r>
          </a:p>
          <a:p>
            <a:pPr>
              <a:buFontTx/>
              <a:buChar char="-"/>
            </a:pPr>
            <a:r>
              <a:rPr lang="en-US" dirty="0"/>
              <a:t>Religious freedom</a:t>
            </a:r>
          </a:p>
          <a:p>
            <a:pPr>
              <a:buFontTx/>
              <a:buChar char="-"/>
            </a:pPr>
            <a:r>
              <a:rPr lang="en-US" dirty="0"/>
              <a:t>They will receive tools</a:t>
            </a:r>
          </a:p>
        </p:txBody>
      </p:sp>
    </p:spTree>
    <p:extLst>
      <p:ext uri="{BB962C8B-B14F-4D97-AF65-F5344CB8AC3E}">
        <p14:creationId xmlns:p14="http://schemas.microsoft.com/office/powerpoint/2010/main" val="20883231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FA93A-B30B-BF2C-375D-43101E1025D2}"/>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B405AF22-B9A1-763C-56E6-A8E3579F5BA1}"/>
              </a:ext>
            </a:extLst>
          </p:cNvPr>
          <p:cNvSpPr>
            <a:spLocks noGrp="1"/>
          </p:cNvSpPr>
          <p:nvPr>
            <p:ph type="title"/>
          </p:nvPr>
        </p:nvSpPr>
        <p:spPr>
          <a:xfrm>
            <a:off x="838200" y="2766218"/>
            <a:ext cx="10515600" cy="1325563"/>
          </a:xfrm>
        </p:spPr>
        <p:txBody>
          <a:bodyPr>
            <a:normAutofit/>
          </a:bodyPr>
          <a:lstStyle/>
          <a:p>
            <a:pPr algn="ctr"/>
            <a:r>
              <a:rPr lang="en-US" sz="8000" b="1" dirty="0"/>
              <a:t>Laws</a:t>
            </a:r>
          </a:p>
        </p:txBody>
      </p:sp>
    </p:spTree>
    <p:extLst>
      <p:ext uri="{BB962C8B-B14F-4D97-AF65-F5344CB8AC3E}">
        <p14:creationId xmlns:p14="http://schemas.microsoft.com/office/powerpoint/2010/main" val="36350812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254ED3-A9D1-E073-DB79-43FA70E37050}"/>
              </a:ext>
            </a:extLst>
          </p:cNvPr>
          <p:cNvSpPr>
            <a:spLocks noGrp="1"/>
          </p:cNvSpPr>
          <p:nvPr>
            <p:ph idx="1"/>
          </p:nvPr>
        </p:nvSpPr>
        <p:spPr>
          <a:xfrm>
            <a:off x="838200" y="309966"/>
            <a:ext cx="10515600" cy="6276813"/>
          </a:xfrm>
        </p:spPr>
        <p:txBody>
          <a:bodyPr/>
          <a:lstStyle/>
          <a:p>
            <a:pPr marL="0" indent="0">
              <a:buNone/>
            </a:pPr>
            <a:r>
              <a:rPr lang="en-US" dirty="0"/>
              <a:t>1. Land and Resource Protection Law which ensures that there are designated areas for cutting timber and for farmland. In addition, forests and waterways will need to be protected and negotiations must be made with the Native Americans so that there are agreements in place.</a:t>
            </a:r>
          </a:p>
          <a:p>
            <a:pPr marL="0" indent="0">
              <a:buNone/>
            </a:pPr>
            <a:endParaRPr lang="en-US" dirty="0"/>
          </a:p>
          <a:p>
            <a:pPr marL="0" indent="0">
              <a:buNone/>
            </a:pPr>
            <a:r>
              <a:rPr lang="en-US" dirty="0"/>
              <a:t>2. Food and Community Survival Law which ensures that each farmer contributes to the community food resources for times when food is limited.</a:t>
            </a:r>
          </a:p>
          <a:p>
            <a:pPr marL="0" indent="0">
              <a:buNone/>
            </a:pPr>
            <a:endParaRPr lang="en-US" dirty="0"/>
          </a:p>
          <a:p>
            <a:pPr marL="0" indent="0">
              <a:buNone/>
            </a:pPr>
            <a:r>
              <a:rPr lang="en-US" dirty="0"/>
              <a:t>3. </a:t>
            </a:r>
          </a:p>
        </p:txBody>
      </p:sp>
    </p:spTree>
    <p:extLst>
      <p:ext uri="{BB962C8B-B14F-4D97-AF65-F5344CB8AC3E}">
        <p14:creationId xmlns:p14="http://schemas.microsoft.com/office/powerpoint/2010/main" val="2074210572"/>
      </p:ext>
    </p:extLst>
  </p:cSld>
  <p:clrMapOvr>
    <a:masterClrMapping/>
  </p:clrMapOvr>
  <p:extLst>
    <p:ext uri="{6950BFC3-D8DA-4A85-94F7-54DA5524770B}">
      <p188:commentRel xmlns:p188="http://schemas.microsoft.com/office/powerpoint/2018/8/main" r:id="rId2"/>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FA6B8-B290-2400-F47E-A3EA6C02A370}"/>
              </a:ext>
            </a:extLst>
          </p:cNvPr>
          <p:cNvSpPr>
            <a:spLocks noGrp="1"/>
          </p:cNvSpPr>
          <p:nvPr>
            <p:ph type="title"/>
          </p:nvPr>
        </p:nvSpPr>
        <p:spPr>
          <a:xfrm>
            <a:off x="0" y="2239447"/>
            <a:ext cx="12192000" cy="2379104"/>
          </a:xfrm>
        </p:spPr>
        <p:txBody>
          <a:bodyPr>
            <a:normAutofit/>
          </a:bodyPr>
          <a:lstStyle/>
          <a:p>
            <a:pPr algn="ctr"/>
            <a:r>
              <a:rPr lang="en-US" sz="8000" b="1" dirty="0"/>
              <a:t>Thank you for your attention</a:t>
            </a:r>
          </a:p>
        </p:txBody>
      </p:sp>
      <p:sp>
        <p:nvSpPr>
          <p:cNvPr id="4" name="Title 1">
            <a:extLst>
              <a:ext uri="{FF2B5EF4-FFF2-40B4-BE49-F238E27FC236}">
                <a16:creationId xmlns:a16="http://schemas.microsoft.com/office/drawing/2014/main" id="{9DDC7603-2703-B68C-6CDD-0F9B727D2812}"/>
              </a:ext>
            </a:extLst>
          </p:cNvPr>
          <p:cNvSpPr txBox="1">
            <a:spLocks/>
          </p:cNvSpPr>
          <p:nvPr/>
        </p:nvSpPr>
        <p:spPr>
          <a:xfrm>
            <a:off x="338380" y="4072065"/>
            <a:ext cx="11515240" cy="546486"/>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If you have any questions we would gladly answer them</a:t>
            </a:r>
          </a:p>
        </p:txBody>
      </p:sp>
    </p:spTree>
    <p:extLst>
      <p:ext uri="{BB962C8B-B14F-4D97-AF65-F5344CB8AC3E}">
        <p14:creationId xmlns:p14="http://schemas.microsoft.com/office/powerpoint/2010/main" val="23611345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721</TotalTime>
  <Words>494</Words>
  <Application>Microsoft Macintosh PowerPoint</Application>
  <PresentationFormat>Widescreen</PresentationFormat>
  <Paragraphs>141</Paragraphs>
  <Slides>26</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Aptos</vt:lpstr>
      <vt:lpstr>Aptos Display</vt:lpstr>
      <vt:lpstr>Arial</vt:lpstr>
      <vt:lpstr>Arial Black</vt:lpstr>
      <vt:lpstr>Office Theme</vt:lpstr>
      <vt:lpstr>DarahlLand</vt:lpstr>
      <vt:lpstr>PowerPoint Presentation</vt:lpstr>
      <vt:lpstr>New Huntington</vt:lpstr>
      <vt:lpstr>Territory</vt:lpstr>
      <vt:lpstr>Weather</vt:lpstr>
      <vt:lpstr>Spring</vt:lpstr>
      <vt:lpstr>Summer</vt:lpstr>
      <vt:lpstr>Autumn</vt:lpstr>
      <vt:lpstr>Winter</vt:lpstr>
      <vt:lpstr>Tribes</vt:lpstr>
      <vt:lpstr>Caddo people</vt:lpstr>
      <vt:lpstr>Natchez</vt:lpstr>
      <vt:lpstr>Chitimacha</vt:lpstr>
      <vt:lpstr>Bayagoula</vt:lpstr>
      <vt:lpstr>Taensa</vt:lpstr>
      <vt:lpstr>Avoyel</vt:lpstr>
      <vt:lpstr>Who are we looking for?</vt:lpstr>
      <vt:lpstr>Major natural resources</vt:lpstr>
      <vt:lpstr>Native animals</vt:lpstr>
      <vt:lpstr>Native plants</vt:lpstr>
      <vt:lpstr>Initial settlers</vt:lpstr>
      <vt:lpstr>How to make profit?</vt:lpstr>
      <vt:lpstr>How are we attracting new settlers</vt:lpstr>
      <vt:lpstr>Laws</vt:lpstr>
      <vt:lpstr>PowerPoint Presentation</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Jasso</dc:creator>
  <cp:lastModifiedBy>Daniel Jasso</cp:lastModifiedBy>
  <cp:revision>4</cp:revision>
  <dcterms:created xsi:type="dcterms:W3CDTF">2026-09-02T14:39:49Z</dcterms:created>
  <dcterms:modified xsi:type="dcterms:W3CDTF">2026-09-09T01:46:27Z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60f4a70-4b6c-4bd4-a002-31edb9c00abe_Enabled">
    <vt:lpwstr>true</vt:lpwstr>
  </property>
  <property fmtid="{D5CDD505-2E9C-101B-9397-08002B2CF9AE}" pid="3" name="MSIP_Label_460f4a70-4b6c-4bd4-a002-31edb9c00abe_SetDate">
    <vt:lpwstr>2026-09-02T14:40:58Z</vt:lpwstr>
  </property>
  <property fmtid="{D5CDD505-2E9C-101B-9397-08002B2CF9AE}" pid="4" name="MSIP_Label_460f4a70-4b6c-4bd4-a002-31edb9c00abe_Method">
    <vt:lpwstr>Standard</vt:lpwstr>
  </property>
  <property fmtid="{D5CDD505-2E9C-101B-9397-08002B2CF9AE}" pid="5" name="MSIP_Label_460f4a70-4b6c-4bd4-a002-31edb9c00abe_Name">
    <vt:lpwstr>General</vt:lpwstr>
  </property>
  <property fmtid="{D5CDD505-2E9C-101B-9397-08002B2CF9AE}" pid="6" name="MSIP_Label_460f4a70-4b6c-4bd4-a002-31edb9c00abe_SiteId">
    <vt:lpwstr>e019b04b-330c-467a-8bae-09fb17374d6a</vt:lpwstr>
  </property>
  <property fmtid="{D5CDD505-2E9C-101B-9397-08002B2CF9AE}" pid="7" name="MSIP_Label_460f4a70-4b6c-4bd4-a002-31edb9c00abe_ActionId">
    <vt:lpwstr>05f4357d-1277-45d0-a31d-ec0ac7976577</vt:lpwstr>
  </property>
  <property fmtid="{D5CDD505-2E9C-101B-9397-08002B2CF9AE}" pid="8" name="MSIP_Label_460f4a70-4b6c-4bd4-a002-31edb9c00abe_ContentBits">
    <vt:lpwstr>0</vt:lpwstr>
  </property>
  <property fmtid="{D5CDD505-2E9C-101B-9397-08002B2CF9AE}" pid="9" name="MSIP_Label_460f4a70-4b6c-4bd4-a002-31edb9c00abe_Tag">
    <vt:lpwstr>50, 3, 0, 1</vt:lpwstr>
  </property>
</Properties>
</file>